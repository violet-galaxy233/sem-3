
<file path=[Content_Types].xml><?xml version="1.0" encoding="utf-8"?>
<Types xmlns="http://schemas.openxmlformats.org/package/2006/content-types">
  <Default Extension="bin" ContentType="application/vnd.openxmlformats-officedocument.oleObject"/>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ags/tag1.xml" ContentType="application/vnd.openxmlformats-officedocument.presentationml.tags+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tags/tag2.xml" ContentType="application/vnd.openxmlformats-officedocument.presentationml.tags+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4009" r:id="rId1"/>
  </p:sldMasterIdLst>
  <p:notesMasterIdLst>
    <p:notesMasterId r:id="rId45"/>
  </p:notesMasterIdLst>
  <p:handoutMasterIdLst>
    <p:handoutMasterId r:id="rId46"/>
  </p:handoutMasterIdLst>
  <p:sldIdLst>
    <p:sldId id="774" r:id="rId2"/>
    <p:sldId id="691" r:id="rId3"/>
    <p:sldId id="692" r:id="rId4"/>
    <p:sldId id="693" r:id="rId5"/>
    <p:sldId id="694" r:id="rId6"/>
    <p:sldId id="730" r:id="rId7"/>
    <p:sldId id="695" r:id="rId8"/>
    <p:sldId id="696" r:id="rId9"/>
    <p:sldId id="697" r:id="rId10"/>
    <p:sldId id="698" r:id="rId11"/>
    <p:sldId id="699" r:id="rId12"/>
    <p:sldId id="700" r:id="rId13"/>
    <p:sldId id="701" r:id="rId14"/>
    <p:sldId id="702" r:id="rId15"/>
    <p:sldId id="703" r:id="rId16"/>
    <p:sldId id="704" r:id="rId17"/>
    <p:sldId id="705" r:id="rId18"/>
    <p:sldId id="731" r:id="rId19"/>
    <p:sldId id="706" r:id="rId20"/>
    <p:sldId id="732" r:id="rId21"/>
    <p:sldId id="707" r:id="rId22"/>
    <p:sldId id="708" r:id="rId23"/>
    <p:sldId id="768" r:id="rId24"/>
    <p:sldId id="709" r:id="rId25"/>
    <p:sldId id="710" r:id="rId26"/>
    <p:sldId id="711" r:id="rId27"/>
    <p:sldId id="712" r:id="rId28"/>
    <p:sldId id="713" r:id="rId29"/>
    <p:sldId id="714" r:id="rId30"/>
    <p:sldId id="769" r:id="rId31"/>
    <p:sldId id="715" r:id="rId32"/>
    <p:sldId id="716" r:id="rId33"/>
    <p:sldId id="717" r:id="rId34"/>
    <p:sldId id="770" r:id="rId35"/>
    <p:sldId id="719" r:id="rId36"/>
    <p:sldId id="771" r:id="rId37"/>
    <p:sldId id="720" r:id="rId38"/>
    <p:sldId id="772" r:id="rId39"/>
    <p:sldId id="721" r:id="rId40"/>
    <p:sldId id="722" r:id="rId41"/>
    <p:sldId id="773" r:id="rId42"/>
    <p:sldId id="1510" r:id="rId43"/>
    <p:sldId id="802" r:id="rId44"/>
  </p:sldIdLst>
  <p:sldSz cx="9144000" cy="6858000" type="screen4x3"/>
  <p:notesSz cx="6858000" cy="9144000"/>
  <p:defaultTextStyle>
    <a:defPPr>
      <a:defRPr lang="en-US"/>
    </a:defPPr>
    <a:lvl1pPr algn="l" rtl="0" eaLnBrk="0" fontAlgn="base" hangingPunct="0">
      <a:spcBef>
        <a:spcPct val="0"/>
      </a:spcBef>
      <a:spcAft>
        <a:spcPct val="0"/>
      </a:spcAft>
      <a:defRPr sz="2400" kern="1200">
        <a:solidFill>
          <a:schemeClr val="tx1"/>
        </a:solidFill>
        <a:latin typeface="Times New Roman" pitchFamily="18" charset="0"/>
        <a:ea typeface="MS PGothic" pitchFamily="34" charset="-128"/>
        <a:cs typeface="+mn-cs"/>
      </a:defRPr>
    </a:lvl1pPr>
    <a:lvl2pPr marL="457200" algn="l" rtl="0" eaLnBrk="0" fontAlgn="base" hangingPunct="0">
      <a:spcBef>
        <a:spcPct val="0"/>
      </a:spcBef>
      <a:spcAft>
        <a:spcPct val="0"/>
      </a:spcAft>
      <a:defRPr sz="2400" kern="1200">
        <a:solidFill>
          <a:schemeClr val="tx1"/>
        </a:solidFill>
        <a:latin typeface="Times New Roman" pitchFamily="18" charset="0"/>
        <a:ea typeface="MS PGothic" pitchFamily="34" charset="-128"/>
        <a:cs typeface="+mn-cs"/>
      </a:defRPr>
    </a:lvl2pPr>
    <a:lvl3pPr marL="914400" algn="l" rtl="0" eaLnBrk="0" fontAlgn="base" hangingPunct="0">
      <a:spcBef>
        <a:spcPct val="0"/>
      </a:spcBef>
      <a:spcAft>
        <a:spcPct val="0"/>
      </a:spcAft>
      <a:defRPr sz="2400" kern="1200">
        <a:solidFill>
          <a:schemeClr val="tx1"/>
        </a:solidFill>
        <a:latin typeface="Times New Roman" pitchFamily="18" charset="0"/>
        <a:ea typeface="MS PGothic" pitchFamily="34" charset="-128"/>
        <a:cs typeface="+mn-cs"/>
      </a:defRPr>
    </a:lvl3pPr>
    <a:lvl4pPr marL="1371600" algn="l" rtl="0" eaLnBrk="0" fontAlgn="base" hangingPunct="0">
      <a:spcBef>
        <a:spcPct val="0"/>
      </a:spcBef>
      <a:spcAft>
        <a:spcPct val="0"/>
      </a:spcAft>
      <a:defRPr sz="2400" kern="1200">
        <a:solidFill>
          <a:schemeClr val="tx1"/>
        </a:solidFill>
        <a:latin typeface="Times New Roman" pitchFamily="18" charset="0"/>
        <a:ea typeface="MS PGothic" pitchFamily="34" charset="-128"/>
        <a:cs typeface="+mn-cs"/>
      </a:defRPr>
    </a:lvl4pPr>
    <a:lvl5pPr marL="1828800" algn="l" rtl="0" eaLnBrk="0" fontAlgn="base" hangingPunct="0">
      <a:spcBef>
        <a:spcPct val="0"/>
      </a:spcBef>
      <a:spcAft>
        <a:spcPct val="0"/>
      </a:spcAft>
      <a:defRPr sz="2400" kern="1200">
        <a:solidFill>
          <a:schemeClr val="tx1"/>
        </a:solidFill>
        <a:latin typeface="Times New Roman" pitchFamily="18" charset="0"/>
        <a:ea typeface="MS PGothic" pitchFamily="34" charset="-128"/>
        <a:cs typeface="+mn-cs"/>
      </a:defRPr>
    </a:lvl5pPr>
    <a:lvl6pPr marL="2286000" algn="l" defTabSz="914400" rtl="0" eaLnBrk="1" latinLnBrk="0" hangingPunct="1">
      <a:defRPr sz="2400" kern="1200">
        <a:solidFill>
          <a:schemeClr val="tx1"/>
        </a:solidFill>
        <a:latin typeface="Times New Roman" pitchFamily="18" charset="0"/>
        <a:ea typeface="MS PGothic" pitchFamily="34" charset="-128"/>
        <a:cs typeface="+mn-cs"/>
      </a:defRPr>
    </a:lvl6pPr>
    <a:lvl7pPr marL="2743200" algn="l" defTabSz="914400" rtl="0" eaLnBrk="1" latinLnBrk="0" hangingPunct="1">
      <a:defRPr sz="2400" kern="1200">
        <a:solidFill>
          <a:schemeClr val="tx1"/>
        </a:solidFill>
        <a:latin typeface="Times New Roman" pitchFamily="18" charset="0"/>
        <a:ea typeface="MS PGothic" pitchFamily="34" charset="-128"/>
        <a:cs typeface="+mn-cs"/>
      </a:defRPr>
    </a:lvl7pPr>
    <a:lvl8pPr marL="3200400" algn="l" defTabSz="914400" rtl="0" eaLnBrk="1" latinLnBrk="0" hangingPunct="1">
      <a:defRPr sz="2400" kern="1200">
        <a:solidFill>
          <a:schemeClr val="tx1"/>
        </a:solidFill>
        <a:latin typeface="Times New Roman" pitchFamily="18" charset="0"/>
        <a:ea typeface="MS PGothic" pitchFamily="34" charset="-128"/>
        <a:cs typeface="+mn-cs"/>
      </a:defRPr>
    </a:lvl8pPr>
    <a:lvl9pPr marL="3657600" algn="l" defTabSz="914400" rtl="0" eaLnBrk="1" latinLnBrk="0" hangingPunct="1">
      <a:defRPr sz="2400" kern="1200">
        <a:solidFill>
          <a:schemeClr val="tx1"/>
        </a:solidFill>
        <a:latin typeface="Times New Roman" pitchFamily="18" charset="0"/>
        <a:ea typeface="MS PGothic" pitchFamily="34" charset="-128"/>
        <a:cs typeface="+mn-cs"/>
      </a:defRPr>
    </a:lvl9pPr>
  </p:defaultTextStyle>
  <p:extLst>
    <p:ext uri="{EFAFB233-063F-42B5-8137-9DF3F51BA10A}">
      <p15:sldGuideLst xmlns:p15="http://schemas.microsoft.com/office/powerpoint/2012/main">
        <p15:guide id="1" orient="horz" pos="1296">
          <p15:clr>
            <a:srgbClr val="A4A3A4"/>
          </p15:clr>
        </p15:guide>
        <p15:guide id="2" pos="576">
          <p15:clr>
            <a:srgbClr val="A4A3A4"/>
          </p15:clr>
        </p15:guide>
      </p15:sldGuideLst>
    </p:ext>
    <p:ext uri="{2D200454-40CA-4A62-9FC3-DE9A4176ACB9}">
      <p15:notesGuideLst xmlns:p15="http://schemas.microsoft.com/office/powerpoint/2012/main">
        <p15:guide id="1" orient="horz" pos="2160">
          <p15:clr>
            <a:srgbClr val="A4A3A4"/>
          </p15:clr>
        </p15:guide>
        <p15:guide id="2" pos="288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MasterView">
  <p:normalViewPr horzBarState="maximized">
    <p:restoredLeft sz="15017" autoAdjust="0"/>
    <p:restoredTop sz="94660"/>
  </p:normalViewPr>
  <p:slideViewPr>
    <p:cSldViewPr>
      <p:cViewPr varScale="1">
        <p:scale>
          <a:sx n="80" d="100"/>
          <a:sy n="80" d="100"/>
        </p:scale>
        <p:origin x="1478" y="48"/>
      </p:cViewPr>
      <p:guideLst>
        <p:guide orient="horz" pos="1296"/>
        <p:guide pos="576"/>
      </p:guideLst>
    </p:cSldViewPr>
  </p:slideViewPr>
  <p:outlineViewPr>
    <p:cViewPr>
      <p:scale>
        <a:sx n="33" d="100"/>
        <a:sy n="33" d="100"/>
      </p:scale>
      <p:origin x="0" y="0"/>
    </p:cViewPr>
  </p:outlineViewPr>
  <p:notesTextViewPr>
    <p:cViewPr>
      <p:scale>
        <a:sx n="100" d="100"/>
        <a:sy n="100" d="100"/>
      </p:scale>
      <p:origin x="0" y="0"/>
    </p:cViewPr>
  </p:notesTextViewPr>
  <p:sorterViewPr>
    <p:cViewPr varScale="1">
      <p:scale>
        <a:sx n="1" d="1"/>
        <a:sy n="1" d="1"/>
      </p:scale>
      <p:origin x="0" y="-39342"/>
    </p:cViewPr>
  </p:sorterViewPr>
  <p:notesViewPr>
    <p:cSldViewPr>
      <p:cViewPr varScale="1">
        <p:scale>
          <a:sx n="37" d="100"/>
          <a:sy n="37" d="100"/>
        </p:scale>
        <p:origin x="-1470" y="-96"/>
      </p:cViewPr>
      <p:guideLst>
        <p:guide orient="horz" pos="2160"/>
        <p:guide pos="2880"/>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handoutMaster" Target="handoutMasters/handoutMaster1.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8626374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50" name="Rectangle 2"/>
          <p:cNvSpPr>
            <a:spLocks noGrp="1" noChangeArrowheads="1"/>
          </p:cNvSpPr>
          <p:nvPr>
            <p:ph type="hdr" sz="quarter"/>
          </p:nvPr>
        </p:nvSpPr>
        <p:spPr bwMode="auto">
          <a:xfrm>
            <a:off x="0" y="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19050" tIns="0" rIns="19050" bIns="0" numCol="1" anchor="t" anchorCtr="0" compatLnSpc="1">
            <a:prstTxWarp prst="textNoShape">
              <a:avLst/>
            </a:prstTxWarp>
          </a:bodyPr>
          <a:lstStyle>
            <a:lvl1pPr>
              <a:defRPr sz="1000" i="1">
                <a:latin typeface="Times New Roman" charset="0"/>
                <a:ea typeface="ＭＳ Ｐゴシック" charset="0"/>
                <a:cs typeface="+mn-cs"/>
              </a:defRPr>
            </a:lvl1pPr>
          </a:lstStyle>
          <a:p>
            <a:pPr>
              <a:defRPr/>
            </a:pPr>
            <a:endParaRPr lang="en-US"/>
          </a:p>
        </p:txBody>
      </p:sp>
      <p:sp>
        <p:nvSpPr>
          <p:cNvPr id="2051" name="Rectangle 3"/>
          <p:cNvSpPr>
            <a:spLocks noGrp="1" noChangeArrowheads="1"/>
          </p:cNvSpPr>
          <p:nvPr>
            <p:ph type="dt" idx="1"/>
          </p:nvPr>
        </p:nvSpPr>
        <p:spPr bwMode="auto">
          <a:xfrm>
            <a:off x="3886200" y="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19050" tIns="0" rIns="19050" bIns="0" numCol="1" anchor="t" anchorCtr="0" compatLnSpc="1">
            <a:prstTxWarp prst="textNoShape">
              <a:avLst/>
            </a:prstTxWarp>
          </a:bodyPr>
          <a:lstStyle>
            <a:lvl1pPr algn="r">
              <a:defRPr sz="1000" i="1">
                <a:latin typeface="Times New Roman" charset="0"/>
                <a:ea typeface="ＭＳ Ｐゴシック" charset="0"/>
                <a:cs typeface="+mn-cs"/>
              </a:defRPr>
            </a:lvl1pPr>
          </a:lstStyle>
          <a:p>
            <a:pPr>
              <a:defRPr/>
            </a:pPr>
            <a:endParaRPr lang="en-US"/>
          </a:p>
        </p:txBody>
      </p:sp>
      <p:sp>
        <p:nvSpPr>
          <p:cNvPr id="38916" name="Rectangle 4"/>
          <p:cNvSpPr>
            <a:spLocks noGrp="1" noRot="1" noChangeAspect="1" noChangeArrowheads="1" noTextEdit="1"/>
          </p:cNvSpPr>
          <p:nvPr>
            <p:ph type="sldImg" idx="2"/>
          </p:nvPr>
        </p:nvSpPr>
        <p:spPr bwMode="auto">
          <a:xfrm>
            <a:off x="1149350" y="692150"/>
            <a:ext cx="4559300" cy="3416300"/>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 uri="{53640926-AAD7-44D8-BBD7-CCE9431645EC}">
              <a14:shadowObscured xmlns:a14="http://schemas.microsoft.com/office/drawing/2010/main" val="1"/>
            </a:ext>
            <a:ext uri="{FAA26D3D-D897-4be2-8F04-BA451C77F1D7}"/>
          </a:extLst>
        </p:spPr>
      </p:sp>
      <p:sp>
        <p:nvSpPr>
          <p:cNvPr id="2053" name="Rectangle 5"/>
          <p:cNvSpPr>
            <a:spLocks noGrp="1" noChangeArrowheads="1"/>
          </p:cNvSpPr>
          <p:nvPr>
            <p:ph type="body" sz="quarter" idx="3"/>
          </p:nvPr>
        </p:nvSpPr>
        <p:spPr bwMode="auto">
          <a:xfrm>
            <a:off x="914400" y="4343400"/>
            <a:ext cx="5029200" cy="411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2075" tIns="46038" rIns="92075" bIns="46038"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054" name="Rectangle 6"/>
          <p:cNvSpPr>
            <a:spLocks noGrp="1" noChangeArrowheads="1"/>
          </p:cNvSpPr>
          <p:nvPr>
            <p:ph type="ftr" sz="quarter" idx="4"/>
          </p:nvPr>
        </p:nvSpPr>
        <p:spPr bwMode="auto">
          <a:xfrm>
            <a:off x="0" y="868680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19050" tIns="0" rIns="19050" bIns="0" numCol="1" anchor="b" anchorCtr="0" compatLnSpc="1">
            <a:prstTxWarp prst="textNoShape">
              <a:avLst/>
            </a:prstTxWarp>
          </a:bodyPr>
          <a:lstStyle>
            <a:lvl1pPr>
              <a:defRPr sz="1000" i="1">
                <a:latin typeface="Times New Roman" charset="0"/>
                <a:ea typeface="ＭＳ Ｐゴシック" charset="0"/>
                <a:cs typeface="+mn-cs"/>
              </a:defRPr>
            </a:lvl1pPr>
          </a:lstStyle>
          <a:p>
            <a:pPr>
              <a:defRPr/>
            </a:pPr>
            <a:endParaRPr lang="en-US"/>
          </a:p>
        </p:txBody>
      </p:sp>
      <p:sp>
        <p:nvSpPr>
          <p:cNvPr id="2055" name="Rectangle 7"/>
          <p:cNvSpPr>
            <a:spLocks noGrp="1" noChangeArrowheads="1"/>
          </p:cNvSpPr>
          <p:nvPr>
            <p:ph type="sldNum" sz="quarter" idx="5"/>
          </p:nvPr>
        </p:nvSpPr>
        <p:spPr bwMode="auto">
          <a:xfrm>
            <a:off x="3886200" y="868680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19050" tIns="0" rIns="19050" bIns="0" numCol="1" anchor="b" anchorCtr="0" compatLnSpc="1">
            <a:prstTxWarp prst="textNoShape">
              <a:avLst/>
            </a:prstTxWarp>
          </a:bodyPr>
          <a:lstStyle>
            <a:lvl1pPr algn="r">
              <a:defRPr sz="1000" i="1"/>
            </a:lvl1pPr>
          </a:lstStyle>
          <a:p>
            <a:pPr>
              <a:defRPr/>
            </a:pPr>
            <a:fld id="{B1C0BCD0-C171-49D9-B9D8-896A518EB108}" type="slidenum">
              <a:rPr lang="en-US"/>
              <a:pPr>
                <a:defRPr/>
              </a:pPr>
              <a:t>‹#›</a:t>
            </a:fld>
            <a:endParaRPr lang="en-US"/>
          </a:p>
        </p:txBody>
      </p:sp>
    </p:spTree>
    <p:extLst>
      <p:ext uri="{BB962C8B-B14F-4D97-AF65-F5344CB8AC3E}">
        <p14:creationId xmlns:p14="http://schemas.microsoft.com/office/powerpoint/2010/main" val="917193373"/>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Times New Roman" panose="02020603050405020304" pitchFamily="18" charset="0"/>
        <a:ea typeface="MS PGothic" pitchFamily="34" charset="-128"/>
        <a:cs typeface="ＭＳ Ｐゴシック" charset="0"/>
      </a:defRPr>
    </a:lvl1pPr>
    <a:lvl2pPr marL="457200" algn="l" rtl="0" eaLnBrk="0" fontAlgn="base" hangingPunct="0">
      <a:spcBef>
        <a:spcPct val="30000"/>
      </a:spcBef>
      <a:spcAft>
        <a:spcPct val="0"/>
      </a:spcAft>
      <a:defRPr sz="1200" kern="1200">
        <a:solidFill>
          <a:schemeClr val="tx1"/>
        </a:solidFill>
        <a:latin typeface="Times New Roman" panose="02020603050405020304" pitchFamily="18" charset="0"/>
        <a:ea typeface="MS PGothic" pitchFamily="34" charset="-128"/>
        <a:cs typeface="+mn-cs"/>
      </a:defRPr>
    </a:lvl2pPr>
    <a:lvl3pPr marL="914400" algn="l" rtl="0" eaLnBrk="0" fontAlgn="base" hangingPunct="0">
      <a:spcBef>
        <a:spcPct val="30000"/>
      </a:spcBef>
      <a:spcAft>
        <a:spcPct val="0"/>
      </a:spcAft>
      <a:defRPr sz="1200" kern="1200">
        <a:solidFill>
          <a:schemeClr val="tx1"/>
        </a:solidFill>
        <a:latin typeface="Times New Roman" panose="02020603050405020304" pitchFamily="18" charset="0"/>
        <a:ea typeface="MS PGothic" pitchFamily="34" charset="-128"/>
        <a:cs typeface="+mn-cs"/>
      </a:defRPr>
    </a:lvl3pPr>
    <a:lvl4pPr marL="1371600" algn="l" rtl="0" eaLnBrk="0" fontAlgn="base" hangingPunct="0">
      <a:spcBef>
        <a:spcPct val="30000"/>
      </a:spcBef>
      <a:spcAft>
        <a:spcPct val="0"/>
      </a:spcAft>
      <a:defRPr sz="1200" kern="1200">
        <a:solidFill>
          <a:schemeClr val="tx1"/>
        </a:solidFill>
        <a:latin typeface="Times New Roman" panose="02020603050405020304" pitchFamily="18" charset="0"/>
        <a:ea typeface="MS PGothic" pitchFamily="34" charset="-128"/>
        <a:cs typeface="+mn-cs"/>
      </a:defRPr>
    </a:lvl4pPr>
    <a:lvl5pPr marL="1828800" algn="l" rtl="0" eaLnBrk="0" fontAlgn="base" hangingPunct="0">
      <a:spcBef>
        <a:spcPct val="30000"/>
      </a:spcBef>
      <a:spcAft>
        <a:spcPct val="0"/>
      </a:spcAft>
      <a:defRPr sz="1200" kern="1200">
        <a:solidFill>
          <a:schemeClr val="tx1"/>
        </a:solidFill>
        <a:latin typeface="Times New Roman" panose="02020603050405020304" pitchFamily="18" charset="0"/>
        <a:ea typeface="MS PGothic" pitchFamily="34"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1794" name="Rectangle 7"/>
          <p:cNvSpPr>
            <a:spLocks noGrp="1" noChangeArrowheads="1"/>
          </p:cNvSpPr>
          <p:nvPr>
            <p:ph type="sldNum" sz="quarter" idx="5"/>
          </p:nvPr>
        </p:nvSpPr>
        <p:spPr>
          <a:noFill/>
        </p:spPr>
        <p:txBody>
          <a:bodyPr/>
          <a:lstStyle>
            <a:lvl1pPr>
              <a:defRPr sz="2400">
                <a:solidFill>
                  <a:schemeClr val="tx1"/>
                </a:solidFill>
                <a:latin typeface="Times New Roman" pitchFamily="18" charset="0"/>
                <a:ea typeface="MS PGothic" pitchFamily="34" charset="-128"/>
              </a:defRPr>
            </a:lvl1pPr>
            <a:lvl2pPr marL="742950" indent="-285750">
              <a:defRPr sz="2400">
                <a:solidFill>
                  <a:schemeClr val="tx1"/>
                </a:solidFill>
                <a:latin typeface="Times New Roman" pitchFamily="18" charset="0"/>
                <a:ea typeface="MS PGothic" pitchFamily="34" charset="-128"/>
              </a:defRPr>
            </a:lvl2pPr>
            <a:lvl3pPr marL="1143000" indent="-228600">
              <a:defRPr sz="2400">
                <a:solidFill>
                  <a:schemeClr val="tx1"/>
                </a:solidFill>
                <a:latin typeface="Times New Roman" pitchFamily="18" charset="0"/>
                <a:ea typeface="MS PGothic" pitchFamily="34" charset="-128"/>
              </a:defRPr>
            </a:lvl3pPr>
            <a:lvl4pPr marL="1600200" indent="-228600">
              <a:defRPr sz="2400">
                <a:solidFill>
                  <a:schemeClr val="tx1"/>
                </a:solidFill>
                <a:latin typeface="Times New Roman" pitchFamily="18" charset="0"/>
                <a:ea typeface="MS PGothic" pitchFamily="34" charset="-128"/>
              </a:defRPr>
            </a:lvl4pPr>
            <a:lvl5pPr marL="2057400" indent="-228600">
              <a:defRPr sz="2400">
                <a:solidFill>
                  <a:schemeClr val="tx1"/>
                </a:solidFill>
                <a:latin typeface="Times New Roman" pitchFamily="18" charset="0"/>
                <a:ea typeface="MS PGothic" pitchFamily="34" charset="-128"/>
              </a:defRPr>
            </a:lvl5pPr>
            <a:lvl6pPr marL="2514600" indent="-228600" eaLnBrk="0" fontAlgn="base" hangingPunct="0">
              <a:spcBef>
                <a:spcPct val="0"/>
              </a:spcBef>
              <a:spcAft>
                <a:spcPct val="0"/>
              </a:spcAft>
              <a:defRPr sz="2400">
                <a:solidFill>
                  <a:schemeClr val="tx1"/>
                </a:solidFill>
                <a:latin typeface="Times New Roman" pitchFamily="18" charset="0"/>
                <a:ea typeface="MS PGothic" pitchFamily="34" charset="-128"/>
              </a:defRPr>
            </a:lvl6pPr>
            <a:lvl7pPr marL="2971800" indent="-228600" eaLnBrk="0" fontAlgn="base" hangingPunct="0">
              <a:spcBef>
                <a:spcPct val="0"/>
              </a:spcBef>
              <a:spcAft>
                <a:spcPct val="0"/>
              </a:spcAft>
              <a:defRPr sz="2400">
                <a:solidFill>
                  <a:schemeClr val="tx1"/>
                </a:solidFill>
                <a:latin typeface="Times New Roman" pitchFamily="18" charset="0"/>
                <a:ea typeface="MS PGothic" pitchFamily="34" charset="-128"/>
              </a:defRPr>
            </a:lvl7pPr>
            <a:lvl8pPr marL="3429000" indent="-228600" eaLnBrk="0" fontAlgn="base" hangingPunct="0">
              <a:spcBef>
                <a:spcPct val="0"/>
              </a:spcBef>
              <a:spcAft>
                <a:spcPct val="0"/>
              </a:spcAft>
              <a:defRPr sz="2400">
                <a:solidFill>
                  <a:schemeClr val="tx1"/>
                </a:solidFill>
                <a:latin typeface="Times New Roman" pitchFamily="18" charset="0"/>
                <a:ea typeface="MS PGothic" pitchFamily="34" charset="-128"/>
              </a:defRPr>
            </a:lvl8pPr>
            <a:lvl9pPr marL="3886200" indent="-228600" eaLnBrk="0" fontAlgn="base" hangingPunct="0">
              <a:spcBef>
                <a:spcPct val="0"/>
              </a:spcBef>
              <a:spcAft>
                <a:spcPct val="0"/>
              </a:spcAft>
              <a:defRPr sz="2400">
                <a:solidFill>
                  <a:schemeClr val="tx1"/>
                </a:solidFill>
                <a:latin typeface="Times New Roman" pitchFamily="18" charset="0"/>
                <a:ea typeface="MS PGothic" pitchFamily="34" charset="-128"/>
              </a:defRPr>
            </a:lvl9pPr>
          </a:lstStyle>
          <a:p>
            <a:fld id="{5DE2B9BC-A540-40D5-8A12-A40978FFE846}" type="slidenum">
              <a:rPr lang="en-US" altLang="en-US" sz="1000" smtClean="0"/>
              <a:pPr/>
              <a:t>1</a:t>
            </a:fld>
            <a:endParaRPr lang="en-US" altLang="en-US" sz="1000"/>
          </a:p>
        </p:txBody>
      </p:sp>
      <p:sp>
        <p:nvSpPr>
          <p:cNvPr id="73731" name="Rectangle 2"/>
          <p:cNvSpPr>
            <a:spLocks noGrp="1" noRot="1" noChangeAspect="1" noChangeArrowheads="1" noTextEdit="1"/>
          </p:cNvSpPr>
          <p:nvPr>
            <p:ph type="sldImg"/>
          </p:nvPr>
        </p:nvSpPr>
        <p:spPr>
          <a:xfrm>
            <a:off x="1150938" y="692150"/>
            <a:ext cx="4556125" cy="3416300"/>
          </a:xfrm>
          <a:ln/>
        </p:spPr>
      </p:sp>
      <p:sp>
        <p:nvSpPr>
          <p:cNvPr id="161796" name="Rectangle 3"/>
          <p:cNvSpPr>
            <a:spLocks noGrp="1" noChangeArrowheads="1"/>
          </p:cNvSpPr>
          <p:nvPr>
            <p:ph type="body" idx="1"/>
          </p:nvPr>
        </p:nvSpPr>
        <p:spPr>
          <a:noFill/>
        </p:spPr>
        <p:txBody>
          <a:bodyPr/>
          <a:lstStyle/>
          <a:p>
            <a:pPr eaLnBrk="1" hangingPunct="1"/>
            <a:endParaRPr lang="ms-MY"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Rectangle 7"/>
          <p:cNvSpPr>
            <a:spLocks noGrp="1" noChangeArrowheads="1"/>
          </p:cNvSpPr>
          <p:nvPr>
            <p:ph type="sldNum" sz="quarter" idx="5"/>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lvl1pPr>
              <a:defRPr sz="2400">
                <a:solidFill>
                  <a:schemeClr val="tx1"/>
                </a:solidFill>
                <a:latin typeface="Times New Roman" pitchFamily="18" charset="0"/>
                <a:ea typeface="MS PGothic" pitchFamily="34" charset="-128"/>
              </a:defRPr>
            </a:lvl1pPr>
            <a:lvl2pPr marL="742950" indent="-285750">
              <a:defRPr sz="2400">
                <a:solidFill>
                  <a:schemeClr val="tx1"/>
                </a:solidFill>
                <a:latin typeface="Times New Roman" pitchFamily="18" charset="0"/>
                <a:ea typeface="MS PGothic" pitchFamily="34" charset="-128"/>
              </a:defRPr>
            </a:lvl2pPr>
            <a:lvl3pPr marL="1143000" indent="-228600">
              <a:defRPr sz="2400">
                <a:solidFill>
                  <a:schemeClr val="tx1"/>
                </a:solidFill>
                <a:latin typeface="Times New Roman" pitchFamily="18" charset="0"/>
                <a:ea typeface="MS PGothic" pitchFamily="34" charset="-128"/>
              </a:defRPr>
            </a:lvl3pPr>
            <a:lvl4pPr marL="1600200" indent="-228600">
              <a:defRPr sz="2400">
                <a:solidFill>
                  <a:schemeClr val="tx1"/>
                </a:solidFill>
                <a:latin typeface="Times New Roman" pitchFamily="18" charset="0"/>
                <a:ea typeface="MS PGothic" pitchFamily="34" charset="-128"/>
              </a:defRPr>
            </a:lvl4pPr>
            <a:lvl5pPr marL="2057400" indent="-228600">
              <a:defRPr sz="2400">
                <a:solidFill>
                  <a:schemeClr val="tx1"/>
                </a:solidFill>
                <a:latin typeface="Times New Roman" pitchFamily="18" charset="0"/>
                <a:ea typeface="MS PGothic" pitchFamily="34" charset="-128"/>
              </a:defRPr>
            </a:lvl5pPr>
            <a:lvl6pPr marL="2514600" indent="-228600" eaLnBrk="0" fontAlgn="base" hangingPunct="0">
              <a:spcBef>
                <a:spcPct val="0"/>
              </a:spcBef>
              <a:spcAft>
                <a:spcPct val="0"/>
              </a:spcAft>
              <a:defRPr sz="2400">
                <a:solidFill>
                  <a:schemeClr val="tx1"/>
                </a:solidFill>
                <a:latin typeface="Times New Roman" pitchFamily="18" charset="0"/>
                <a:ea typeface="MS PGothic" pitchFamily="34" charset="-128"/>
              </a:defRPr>
            </a:lvl6pPr>
            <a:lvl7pPr marL="2971800" indent="-228600" eaLnBrk="0" fontAlgn="base" hangingPunct="0">
              <a:spcBef>
                <a:spcPct val="0"/>
              </a:spcBef>
              <a:spcAft>
                <a:spcPct val="0"/>
              </a:spcAft>
              <a:defRPr sz="2400">
                <a:solidFill>
                  <a:schemeClr val="tx1"/>
                </a:solidFill>
                <a:latin typeface="Times New Roman" pitchFamily="18" charset="0"/>
                <a:ea typeface="MS PGothic" pitchFamily="34" charset="-128"/>
              </a:defRPr>
            </a:lvl7pPr>
            <a:lvl8pPr marL="3429000" indent="-228600" eaLnBrk="0" fontAlgn="base" hangingPunct="0">
              <a:spcBef>
                <a:spcPct val="0"/>
              </a:spcBef>
              <a:spcAft>
                <a:spcPct val="0"/>
              </a:spcAft>
              <a:defRPr sz="2400">
                <a:solidFill>
                  <a:schemeClr val="tx1"/>
                </a:solidFill>
                <a:latin typeface="Times New Roman" pitchFamily="18" charset="0"/>
                <a:ea typeface="MS PGothic" pitchFamily="34" charset="-128"/>
              </a:defRPr>
            </a:lvl8pPr>
            <a:lvl9pPr marL="3886200" indent="-228600" eaLnBrk="0" fontAlgn="base" hangingPunct="0">
              <a:spcBef>
                <a:spcPct val="0"/>
              </a:spcBef>
              <a:spcAft>
                <a:spcPct val="0"/>
              </a:spcAft>
              <a:defRPr sz="2400">
                <a:solidFill>
                  <a:schemeClr val="tx1"/>
                </a:solidFill>
                <a:latin typeface="Times New Roman" pitchFamily="18" charset="0"/>
                <a:ea typeface="MS PGothic" pitchFamily="34" charset="-128"/>
              </a:defRPr>
            </a:lvl9pPr>
          </a:lstStyle>
          <a:p>
            <a:pPr>
              <a:defRPr/>
            </a:pPr>
            <a:fld id="{780B599C-596D-4220-A766-0F1A806F35D5}" type="slidenum">
              <a:rPr lang="en-US" sz="1000" smtClean="0"/>
              <a:pPr>
                <a:defRPr/>
              </a:pPr>
              <a:t>3</a:t>
            </a:fld>
            <a:endParaRPr lang="en-US" sz="1000"/>
          </a:p>
        </p:txBody>
      </p:sp>
      <p:sp>
        <p:nvSpPr>
          <p:cNvPr id="46083" name="Rectangle 2"/>
          <p:cNvSpPr>
            <a:spLocks noGrp="1" noRot="1" noChangeAspect="1" noChangeArrowheads="1" noTextEdit="1"/>
          </p:cNvSpPr>
          <p:nvPr>
            <p:ph type="sldImg"/>
          </p:nvPr>
        </p:nvSpPr>
        <p:spPr>
          <a:xfrm>
            <a:off x="1150938" y="692150"/>
            <a:ext cx="4556125" cy="3416300"/>
          </a:xfrm>
          <a:ln/>
        </p:spPr>
      </p:sp>
      <p:sp>
        <p:nvSpPr>
          <p:cNvPr id="46084" name="Rectangle 3"/>
          <p:cNvSpPr>
            <a:spLocks noGrp="1" noChangeArrowheads="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7"/>
                    </a:schemeClr>
                  </a:outerShdw>
                </a:effectLst>
              </a14:hiddenEffects>
            </a:ext>
          </a:extLst>
        </p:spPr>
        <p:txBody>
          <a:bodyPr/>
          <a:lstStyle/>
          <a:p>
            <a:pPr>
              <a:defRPr/>
            </a:pPr>
            <a:endParaRPr lang="en-US">
              <a:latin typeface="Times New Roman" charset="0"/>
              <a:ea typeface="ＭＳ Ｐゴシック" charset="0"/>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31863" y="755650"/>
            <a:ext cx="4970462" cy="372745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pPr>
              <a:defRPr/>
            </a:pPr>
            <a:fld id="{02BFE9CC-D952-411B-9EBD-7EF48EA6F8F4}" type="slidenum">
              <a:rPr lang="en-US" smtClean="0"/>
              <a:pPr>
                <a:defRPr/>
              </a:pPr>
              <a:t>42</a:t>
            </a:fld>
            <a:endParaRPr lang="en-US"/>
          </a:p>
        </p:txBody>
      </p:sp>
    </p:spTree>
    <p:extLst>
      <p:ext uri="{BB962C8B-B14F-4D97-AF65-F5344CB8AC3E}">
        <p14:creationId xmlns:p14="http://schemas.microsoft.com/office/powerpoint/2010/main" val="44898023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1314" name="Rectangle 7"/>
          <p:cNvSpPr>
            <a:spLocks noGrp="1" noChangeArrowheads="1"/>
          </p:cNvSpPr>
          <p:nvPr>
            <p:ph type="sldNum" sz="quarter" idx="5"/>
          </p:nvPr>
        </p:nvSpPr>
        <p:spPr>
          <a:noFill/>
        </p:spPr>
        <p:txBody>
          <a:bodyPr/>
          <a:lstStyle/>
          <a:p>
            <a:fld id="{AC48F005-04AC-4296-99F6-03AB785B97CF}" type="slidenum">
              <a:rPr lang="en-US" smtClean="0"/>
              <a:pPr/>
              <a:t>43</a:t>
            </a:fld>
            <a:endParaRPr lang="en-US"/>
          </a:p>
        </p:txBody>
      </p:sp>
      <p:sp>
        <p:nvSpPr>
          <p:cNvPr id="141315" name="Rectangle 2"/>
          <p:cNvSpPr>
            <a:spLocks noGrp="1" noRot="1" noChangeAspect="1" noChangeArrowheads="1" noTextEdit="1"/>
          </p:cNvSpPr>
          <p:nvPr>
            <p:ph type="sldImg"/>
          </p:nvPr>
        </p:nvSpPr>
        <p:spPr>
          <a:xfrm>
            <a:off x="1150938" y="692150"/>
            <a:ext cx="4556125" cy="3416300"/>
          </a:xfrm>
          <a:ln/>
        </p:spPr>
      </p:sp>
      <p:sp>
        <p:nvSpPr>
          <p:cNvPr id="141316"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4" name="Group 18"/>
          <p:cNvGrpSpPr>
            <a:grpSpLocks/>
          </p:cNvGrpSpPr>
          <p:nvPr userDrawn="1"/>
        </p:nvGrpSpPr>
        <p:grpSpPr bwMode="auto">
          <a:xfrm>
            <a:off x="134752" y="2438400"/>
            <a:ext cx="9009248" cy="1052286"/>
            <a:chOff x="0" y="1536"/>
            <a:chExt cx="5675" cy="663"/>
          </a:xfrm>
        </p:grpSpPr>
        <p:grpSp>
          <p:nvGrpSpPr>
            <p:cNvPr id="5" name="Group 19"/>
            <p:cNvGrpSpPr>
              <a:grpSpLocks/>
            </p:cNvGrpSpPr>
            <p:nvPr/>
          </p:nvGrpSpPr>
          <p:grpSpPr bwMode="auto">
            <a:xfrm>
              <a:off x="185" y="1604"/>
              <a:ext cx="449" cy="300"/>
              <a:chOff x="720" y="336"/>
              <a:chExt cx="624" cy="433"/>
            </a:xfrm>
          </p:grpSpPr>
          <p:sp>
            <p:nvSpPr>
              <p:cNvPr id="12" name="Rectangle 20"/>
              <p:cNvSpPr>
                <a:spLocks noChangeArrowheads="1"/>
              </p:cNvSpPr>
              <p:nvPr/>
            </p:nvSpPr>
            <p:spPr bwMode="auto">
              <a:xfrm>
                <a:off x="720" y="336"/>
                <a:ext cx="385" cy="433"/>
              </a:xfrm>
              <a:prstGeom prst="rect">
                <a:avLst/>
              </a:prstGeom>
              <a:solidFill>
                <a:schemeClr val="folHlink"/>
              </a:solidFill>
              <a:ln w="9525">
                <a:noFill/>
                <a:miter lim="800000"/>
                <a:headEnd/>
                <a:tailEnd/>
              </a:ln>
              <a:effectLst/>
            </p:spPr>
            <p:txBody>
              <a:bodyPr wrap="none" anchor="ctr"/>
              <a:lstStyle/>
              <a:p>
                <a:pPr>
                  <a:defRPr/>
                </a:pPr>
                <a:endParaRPr lang="en-GB" sz="600">
                  <a:solidFill>
                    <a:srgbClr val="000000"/>
                  </a:solidFill>
                  <a:latin typeface="Tahoma" pitchFamily="34" charset="0"/>
                  <a:ea typeface="+mn-ea"/>
                </a:endParaRPr>
              </a:p>
            </p:txBody>
          </p:sp>
          <p:sp>
            <p:nvSpPr>
              <p:cNvPr id="13" name="Rectangle 21"/>
              <p:cNvSpPr>
                <a:spLocks noChangeArrowheads="1"/>
              </p:cNvSpPr>
              <p:nvPr/>
            </p:nvSpPr>
            <p:spPr bwMode="auto">
              <a:xfrm>
                <a:off x="1056" y="336"/>
                <a:ext cx="288" cy="433"/>
              </a:xfrm>
              <a:prstGeom prst="rect">
                <a:avLst/>
              </a:prstGeom>
              <a:gradFill rotWithShape="0">
                <a:gsLst>
                  <a:gs pos="0">
                    <a:schemeClr val="folHlink"/>
                  </a:gs>
                  <a:gs pos="100000">
                    <a:schemeClr val="bg1"/>
                  </a:gs>
                </a:gsLst>
                <a:lin ang="0" scaled="1"/>
              </a:gradFill>
              <a:ln w="9525">
                <a:noFill/>
                <a:miter lim="800000"/>
                <a:headEnd/>
                <a:tailEnd/>
              </a:ln>
              <a:effectLst/>
            </p:spPr>
            <p:txBody>
              <a:bodyPr wrap="none" anchor="ctr"/>
              <a:lstStyle/>
              <a:p>
                <a:pPr>
                  <a:defRPr/>
                </a:pPr>
                <a:endParaRPr lang="en-GB" sz="600">
                  <a:solidFill>
                    <a:srgbClr val="000000"/>
                  </a:solidFill>
                  <a:latin typeface="Tahoma" pitchFamily="34" charset="0"/>
                  <a:ea typeface="+mn-ea"/>
                </a:endParaRPr>
              </a:p>
            </p:txBody>
          </p:sp>
        </p:grpSp>
        <p:grpSp>
          <p:nvGrpSpPr>
            <p:cNvPr id="6" name="Group 22"/>
            <p:cNvGrpSpPr>
              <a:grpSpLocks/>
            </p:cNvGrpSpPr>
            <p:nvPr/>
          </p:nvGrpSpPr>
          <p:grpSpPr bwMode="auto">
            <a:xfrm>
              <a:off x="262" y="1872"/>
              <a:ext cx="466" cy="300"/>
              <a:chOff x="912" y="2640"/>
              <a:chExt cx="673" cy="433"/>
            </a:xfrm>
          </p:grpSpPr>
          <p:sp>
            <p:nvSpPr>
              <p:cNvPr id="10" name="Rectangle 23"/>
              <p:cNvSpPr>
                <a:spLocks noChangeArrowheads="1"/>
              </p:cNvSpPr>
              <p:nvPr/>
            </p:nvSpPr>
            <p:spPr bwMode="auto">
              <a:xfrm>
                <a:off x="912" y="2640"/>
                <a:ext cx="384" cy="433"/>
              </a:xfrm>
              <a:prstGeom prst="rect">
                <a:avLst/>
              </a:prstGeom>
              <a:solidFill>
                <a:schemeClr val="accent2"/>
              </a:solidFill>
              <a:ln w="9525">
                <a:noFill/>
                <a:miter lim="800000"/>
                <a:headEnd/>
                <a:tailEnd/>
              </a:ln>
              <a:effectLst/>
            </p:spPr>
            <p:txBody>
              <a:bodyPr wrap="none" anchor="ctr"/>
              <a:lstStyle/>
              <a:p>
                <a:pPr>
                  <a:defRPr/>
                </a:pPr>
                <a:endParaRPr lang="en-GB" sz="600">
                  <a:solidFill>
                    <a:srgbClr val="000000"/>
                  </a:solidFill>
                  <a:latin typeface="Tahoma" pitchFamily="34" charset="0"/>
                  <a:ea typeface="+mn-ea"/>
                </a:endParaRPr>
              </a:p>
            </p:txBody>
          </p:sp>
          <p:sp>
            <p:nvSpPr>
              <p:cNvPr id="11" name="Rectangle 24"/>
              <p:cNvSpPr>
                <a:spLocks noChangeArrowheads="1"/>
              </p:cNvSpPr>
              <p:nvPr/>
            </p:nvSpPr>
            <p:spPr bwMode="auto">
              <a:xfrm>
                <a:off x="1252" y="2640"/>
                <a:ext cx="333" cy="433"/>
              </a:xfrm>
              <a:prstGeom prst="rect">
                <a:avLst/>
              </a:prstGeom>
              <a:gradFill rotWithShape="0">
                <a:gsLst>
                  <a:gs pos="0">
                    <a:schemeClr val="accent2"/>
                  </a:gs>
                  <a:gs pos="100000">
                    <a:schemeClr val="bg1"/>
                  </a:gs>
                </a:gsLst>
                <a:lin ang="0" scaled="1"/>
              </a:gradFill>
              <a:ln w="9525">
                <a:noFill/>
                <a:miter lim="800000"/>
                <a:headEnd/>
                <a:tailEnd/>
              </a:ln>
              <a:effectLst/>
            </p:spPr>
            <p:txBody>
              <a:bodyPr wrap="none" anchor="ctr"/>
              <a:lstStyle/>
              <a:p>
                <a:pPr>
                  <a:defRPr/>
                </a:pPr>
                <a:endParaRPr lang="en-GB" sz="600">
                  <a:solidFill>
                    <a:srgbClr val="000000"/>
                  </a:solidFill>
                  <a:latin typeface="Tahoma" pitchFamily="34" charset="0"/>
                  <a:ea typeface="+mn-ea"/>
                </a:endParaRPr>
              </a:p>
            </p:txBody>
          </p:sp>
        </p:grpSp>
        <p:sp>
          <p:nvSpPr>
            <p:cNvPr id="7" name="Rectangle 25"/>
            <p:cNvSpPr>
              <a:spLocks noChangeArrowheads="1"/>
            </p:cNvSpPr>
            <p:nvPr/>
          </p:nvSpPr>
          <p:spPr bwMode="auto">
            <a:xfrm>
              <a:off x="0" y="1824"/>
              <a:ext cx="353" cy="266"/>
            </a:xfrm>
            <a:prstGeom prst="rect">
              <a:avLst/>
            </a:prstGeom>
            <a:gradFill rotWithShape="0">
              <a:gsLst>
                <a:gs pos="0">
                  <a:schemeClr val="bg1"/>
                </a:gs>
                <a:gs pos="100000">
                  <a:schemeClr val="hlink"/>
                </a:gs>
              </a:gsLst>
              <a:lin ang="18900000" scaled="1"/>
            </a:gradFill>
            <a:ln w="9525">
              <a:noFill/>
              <a:miter lim="800000"/>
              <a:headEnd/>
              <a:tailEnd/>
            </a:ln>
            <a:effectLst/>
          </p:spPr>
          <p:txBody>
            <a:bodyPr wrap="none" anchor="ctr"/>
            <a:lstStyle/>
            <a:p>
              <a:pPr>
                <a:defRPr/>
              </a:pPr>
              <a:endParaRPr lang="en-GB" sz="600">
                <a:solidFill>
                  <a:srgbClr val="000000"/>
                </a:solidFill>
                <a:latin typeface="Tahoma" pitchFamily="34" charset="0"/>
                <a:ea typeface="+mn-ea"/>
              </a:endParaRPr>
            </a:p>
          </p:txBody>
        </p:sp>
        <p:sp>
          <p:nvSpPr>
            <p:cNvPr id="8" name="Rectangle 26"/>
            <p:cNvSpPr>
              <a:spLocks noChangeArrowheads="1"/>
            </p:cNvSpPr>
            <p:nvPr/>
          </p:nvSpPr>
          <p:spPr bwMode="auto">
            <a:xfrm>
              <a:off x="400" y="1536"/>
              <a:ext cx="20" cy="663"/>
            </a:xfrm>
            <a:prstGeom prst="rect">
              <a:avLst/>
            </a:prstGeom>
            <a:solidFill>
              <a:schemeClr val="bg2"/>
            </a:solidFill>
            <a:ln w="9525">
              <a:noFill/>
              <a:miter lim="800000"/>
              <a:headEnd/>
              <a:tailEnd/>
            </a:ln>
            <a:effectLst/>
          </p:spPr>
          <p:txBody>
            <a:bodyPr wrap="none" anchor="ctr"/>
            <a:lstStyle/>
            <a:p>
              <a:pPr>
                <a:defRPr/>
              </a:pPr>
              <a:endParaRPr lang="en-GB" sz="600">
                <a:solidFill>
                  <a:srgbClr val="000000"/>
                </a:solidFill>
                <a:latin typeface="Tahoma" pitchFamily="34" charset="0"/>
                <a:ea typeface="+mn-ea"/>
              </a:endParaRPr>
            </a:p>
          </p:txBody>
        </p:sp>
        <p:sp>
          <p:nvSpPr>
            <p:cNvPr id="9" name="Rectangle 27"/>
            <p:cNvSpPr>
              <a:spLocks noChangeArrowheads="1"/>
            </p:cNvSpPr>
            <p:nvPr/>
          </p:nvSpPr>
          <p:spPr bwMode="auto">
            <a:xfrm flipV="1">
              <a:off x="199" y="2054"/>
              <a:ext cx="5476" cy="35"/>
            </a:xfrm>
            <a:prstGeom prst="rect">
              <a:avLst/>
            </a:prstGeom>
            <a:gradFill rotWithShape="0">
              <a:gsLst>
                <a:gs pos="0">
                  <a:schemeClr val="bg2"/>
                </a:gs>
                <a:gs pos="100000">
                  <a:schemeClr val="bg1"/>
                </a:gs>
              </a:gsLst>
              <a:lin ang="0" scaled="1"/>
            </a:gradFill>
            <a:ln w="9525">
              <a:noFill/>
              <a:miter lim="800000"/>
              <a:headEnd/>
              <a:tailEnd/>
            </a:ln>
            <a:effectLst/>
          </p:spPr>
          <p:txBody>
            <a:bodyPr wrap="none" anchor="ctr"/>
            <a:lstStyle/>
            <a:p>
              <a:pPr>
                <a:defRPr/>
              </a:pPr>
              <a:endParaRPr lang="en-GB" sz="600">
                <a:solidFill>
                  <a:srgbClr val="000000"/>
                </a:solidFill>
                <a:latin typeface="Tahoma" pitchFamily="34" charset="0"/>
                <a:ea typeface="+mn-ea"/>
              </a:endParaRPr>
            </a:p>
          </p:txBody>
        </p:sp>
      </p:grpSp>
      <p:sp>
        <p:nvSpPr>
          <p:cNvPr id="230412" name="Rectangle 12"/>
          <p:cNvSpPr>
            <a:spLocks noGrp="1" noChangeArrowheads="1"/>
          </p:cNvSpPr>
          <p:nvPr>
            <p:ph type="ctrTitle"/>
          </p:nvPr>
        </p:nvSpPr>
        <p:spPr bwMode="auto">
          <a:xfrm>
            <a:off x="1143001" y="1676403"/>
            <a:ext cx="7772400" cy="1295400"/>
          </a:xfrm>
          <a:prstGeom prst="rect">
            <a:avLst/>
          </a:prstGeom>
          <a:noFill/>
          <a:ln>
            <a:miter lim="800000"/>
            <a:headEnd/>
            <a:tailEnd/>
          </a:ln>
        </p:spPr>
        <p:txBody>
          <a:bodyPr vert="horz" wrap="square" lIns="74016" tIns="37008" rIns="74016" bIns="37008" numCol="1" anchor="b" anchorCtr="0" compatLnSpc="1">
            <a:prstTxWarp prst="textNoShape">
              <a:avLst/>
            </a:prstTxWarp>
          </a:bodyPr>
          <a:lstStyle>
            <a:lvl1pPr>
              <a:defRPr/>
            </a:lvl1pPr>
          </a:lstStyle>
          <a:p>
            <a:r>
              <a:rPr lang="en-US"/>
              <a:t>Click to edit Master title style</a:t>
            </a:r>
          </a:p>
        </p:txBody>
      </p:sp>
      <p:sp>
        <p:nvSpPr>
          <p:cNvPr id="230413" name="Rectangle 13"/>
          <p:cNvSpPr>
            <a:spLocks noGrp="1" noChangeArrowheads="1"/>
          </p:cNvSpPr>
          <p:nvPr>
            <p:ph type="subTitle" idx="1"/>
          </p:nvPr>
        </p:nvSpPr>
        <p:spPr>
          <a:xfrm>
            <a:off x="609600" y="3490686"/>
            <a:ext cx="8534400" cy="3124200"/>
          </a:xfrm>
        </p:spPr>
        <p:txBody>
          <a:bodyPr/>
          <a:lstStyle>
            <a:lvl1pPr marL="0" indent="0" algn="ctr">
              <a:buFont typeface="Wingdings" pitchFamily="2" charset="2"/>
              <a:buNone/>
              <a:defRPr/>
            </a:lvl1pPr>
          </a:lstStyle>
          <a:p>
            <a:r>
              <a:rPr lang="en-US"/>
              <a:t>Click to edit Master subtitle style</a:t>
            </a:r>
          </a:p>
        </p:txBody>
      </p:sp>
    </p:spTree>
    <p:extLst>
      <p:ext uri="{BB962C8B-B14F-4D97-AF65-F5344CB8AC3E}">
        <p14:creationId xmlns:p14="http://schemas.microsoft.com/office/powerpoint/2010/main" val="1360039418"/>
      </p:ext>
    </p:extLst>
  </p:cSld>
  <p:clrMapOvr>
    <a:masterClrMapping/>
  </p:clrMapOvr>
  <p:transition>
    <p:random/>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Tree>
    <p:extLst>
      <p:ext uri="{BB962C8B-B14F-4D97-AF65-F5344CB8AC3E}">
        <p14:creationId xmlns:p14="http://schemas.microsoft.com/office/powerpoint/2010/main" val="4156178654"/>
      </p:ext>
    </p:extLst>
  </p:cSld>
  <p:clrMapOvr>
    <a:masterClrMapping/>
  </p:clrMapOvr>
  <p:transition>
    <p:random/>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5" y="4406903"/>
            <a:ext cx="7772400" cy="1362075"/>
          </a:xfrm>
          <a:prstGeom prst="rect">
            <a:avLst/>
          </a:prstGeom>
        </p:spPr>
        <p:txBody>
          <a:bodyPr lIns="74016" tIns="37008" rIns="74016" bIns="37008" anchor="t"/>
          <a:lstStyle>
            <a:lvl1pPr algn="l">
              <a:defRPr sz="3200" b="1" cap="all"/>
            </a:lvl1pPr>
          </a:lstStyle>
          <a:p>
            <a:r>
              <a:rPr lang="en-US"/>
              <a:t>Click to edit Master title style</a:t>
            </a:r>
            <a:endParaRPr lang="en-GB"/>
          </a:p>
        </p:txBody>
      </p:sp>
      <p:sp>
        <p:nvSpPr>
          <p:cNvPr id="3" name="Text Placeholder 2"/>
          <p:cNvSpPr>
            <a:spLocks noGrp="1"/>
          </p:cNvSpPr>
          <p:nvPr>
            <p:ph type="body" idx="1"/>
          </p:nvPr>
        </p:nvSpPr>
        <p:spPr>
          <a:xfrm>
            <a:off x="722315" y="2906716"/>
            <a:ext cx="7772400" cy="1500187"/>
          </a:xfrm>
        </p:spPr>
        <p:txBody>
          <a:bodyPr anchor="b"/>
          <a:lstStyle>
            <a:lvl1pPr marL="0" indent="0">
              <a:buNone/>
              <a:defRPr sz="1600"/>
            </a:lvl1pPr>
            <a:lvl2pPr marL="370079" indent="0">
              <a:buNone/>
              <a:defRPr sz="1500"/>
            </a:lvl2pPr>
            <a:lvl3pPr marL="740158" indent="0">
              <a:buNone/>
              <a:defRPr sz="1300"/>
            </a:lvl3pPr>
            <a:lvl4pPr marL="1110237" indent="0">
              <a:buNone/>
              <a:defRPr sz="1100"/>
            </a:lvl4pPr>
            <a:lvl5pPr marL="1480316" indent="0">
              <a:buNone/>
              <a:defRPr sz="1100"/>
            </a:lvl5pPr>
            <a:lvl6pPr marL="1850395" indent="0">
              <a:buNone/>
              <a:defRPr sz="1100"/>
            </a:lvl6pPr>
            <a:lvl7pPr marL="2220474" indent="0">
              <a:buNone/>
              <a:defRPr sz="1100"/>
            </a:lvl7pPr>
            <a:lvl8pPr marL="2590553" indent="0">
              <a:buNone/>
              <a:defRPr sz="1100"/>
            </a:lvl8pPr>
            <a:lvl9pPr marL="2960632" indent="0">
              <a:buNone/>
              <a:defRPr sz="1100"/>
            </a:lvl9pPr>
          </a:lstStyle>
          <a:p>
            <a:pPr lvl="0"/>
            <a:r>
              <a:rPr lang="en-US"/>
              <a:t>Click to edit Master text styles</a:t>
            </a:r>
          </a:p>
        </p:txBody>
      </p:sp>
    </p:spTree>
    <p:extLst>
      <p:ext uri="{BB962C8B-B14F-4D97-AF65-F5344CB8AC3E}">
        <p14:creationId xmlns:p14="http://schemas.microsoft.com/office/powerpoint/2010/main" val="804745834"/>
      </p:ext>
    </p:extLst>
  </p:cSld>
  <p:clrMapOvr>
    <a:masterClrMapping/>
  </p:clrMapOvr>
  <p:transition>
    <p:random/>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2" y="274638"/>
            <a:ext cx="8229600" cy="1143000"/>
          </a:xfrm>
          <a:prstGeom prst="rect">
            <a:avLst/>
          </a:prstGeom>
        </p:spPr>
        <p:txBody>
          <a:bodyPr lIns="74016" tIns="37008" rIns="74016" bIns="37008"/>
          <a:lstStyle/>
          <a:p>
            <a:r>
              <a:rPr lang="en-US"/>
              <a:t>Click to edit Master title style</a:t>
            </a:r>
            <a:endParaRPr lang="en-GB"/>
          </a:p>
        </p:txBody>
      </p:sp>
      <p:sp>
        <p:nvSpPr>
          <p:cNvPr id="3" name="Content Placeholder 2"/>
          <p:cNvSpPr>
            <a:spLocks noGrp="1"/>
          </p:cNvSpPr>
          <p:nvPr>
            <p:ph sz="half" idx="1"/>
          </p:nvPr>
        </p:nvSpPr>
        <p:spPr>
          <a:xfrm>
            <a:off x="365127" y="0"/>
            <a:ext cx="4111625" cy="6529388"/>
          </a:xfrm>
        </p:spPr>
        <p:txBody>
          <a:bodyPr/>
          <a:lstStyle>
            <a:lvl1pPr>
              <a:defRPr sz="2300"/>
            </a:lvl1pPr>
            <a:lvl2pPr>
              <a:defRPr sz="2000"/>
            </a:lvl2pPr>
            <a:lvl3pPr>
              <a:defRPr sz="16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p:cNvSpPr>
            <a:spLocks noGrp="1"/>
          </p:cNvSpPr>
          <p:nvPr>
            <p:ph sz="half" idx="2"/>
          </p:nvPr>
        </p:nvSpPr>
        <p:spPr>
          <a:xfrm>
            <a:off x="4629152" y="0"/>
            <a:ext cx="4113213" cy="6529388"/>
          </a:xfrm>
        </p:spPr>
        <p:txBody>
          <a:bodyPr/>
          <a:lstStyle>
            <a:lvl1pPr>
              <a:defRPr sz="2300"/>
            </a:lvl1pPr>
            <a:lvl2pPr>
              <a:defRPr sz="2000"/>
            </a:lvl2pPr>
            <a:lvl3pPr>
              <a:defRPr sz="16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922771458"/>
      </p:ext>
    </p:extLst>
  </p:cSld>
  <p:clrMapOvr>
    <a:masterClrMapping/>
  </p:clrMapOvr>
  <p:transition>
    <p:random/>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2" y="274638"/>
            <a:ext cx="8229600" cy="1143000"/>
          </a:xfrm>
          <a:prstGeom prst="rect">
            <a:avLst/>
          </a:prstGeom>
        </p:spPr>
        <p:txBody>
          <a:bodyPr lIns="74016" tIns="37008" rIns="74016" bIns="37008"/>
          <a:lstStyle>
            <a:lvl1pPr>
              <a:defRPr/>
            </a:lvl1pPr>
          </a:lstStyle>
          <a:p>
            <a:r>
              <a:rPr lang="en-US"/>
              <a:t>Click to edit Master title style</a:t>
            </a:r>
            <a:endParaRPr lang="en-GB"/>
          </a:p>
        </p:txBody>
      </p:sp>
      <p:sp>
        <p:nvSpPr>
          <p:cNvPr id="3" name="Text Placeholder 2"/>
          <p:cNvSpPr>
            <a:spLocks noGrp="1"/>
          </p:cNvSpPr>
          <p:nvPr>
            <p:ph type="body" idx="1"/>
          </p:nvPr>
        </p:nvSpPr>
        <p:spPr>
          <a:xfrm>
            <a:off x="457201" y="1535113"/>
            <a:ext cx="4040188" cy="639762"/>
          </a:xfrm>
        </p:spPr>
        <p:txBody>
          <a:bodyPr anchor="b"/>
          <a:lstStyle>
            <a:lvl1pPr marL="0" indent="0">
              <a:buNone/>
              <a:defRPr sz="2000" b="1"/>
            </a:lvl1pPr>
            <a:lvl2pPr marL="370079" indent="0">
              <a:buNone/>
              <a:defRPr sz="1600" b="1"/>
            </a:lvl2pPr>
            <a:lvl3pPr marL="740158" indent="0">
              <a:buNone/>
              <a:defRPr sz="1500" b="1"/>
            </a:lvl3pPr>
            <a:lvl4pPr marL="1110237" indent="0">
              <a:buNone/>
              <a:defRPr sz="1300" b="1"/>
            </a:lvl4pPr>
            <a:lvl5pPr marL="1480316" indent="0">
              <a:buNone/>
              <a:defRPr sz="1300" b="1"/>
            </a:lvl5pPr>
            <a:lvl6pPr marL="1850395" indent="0">
              <a:buNone/>
              <a:defRPr sz="1300" b="1"/>
            </a:lvl6pPr>
            <a:lvl7pPr marL="2220474" indent="0">
              <a:buNone/>
              <a:defRPr sz="1300" b="1"/>
            </a:lvl7pPr>
            <a:lvl8pPr marL="2590553" indent="0">
              <a:buNone/>
              <a:defRPr sz="1300" b="1"/>
            </a:lvl8pPr>
            <a:lvl9pPr marL="2960632" indent="0">
              <a:buNone/>
              <a:defRPr sz="1300" b="1"/>
            </a:lvl9pPr>
          </a:lstStyle>
          <a:p>
            <a:pPr lvl="0"/>
            <a:r>
              <a:rPr lang="en-US"/>
              <a:t>Click to edit Master text styles</a:t>
            </a:r>
          </a:p>
        </p:txBody>
      </p:sp>
      <p:sp>
        <p:nvSpPr>
          <p:cNvPr id="4" name="Content Placeholder 3"/>
          <p:cNvSpPr>
            <a:spLocks noGrp="1"/>
          </p:cNvSpPr>
          <p:nvPr>
            <p:ph sz="half" idx="2"/>
          </p:nvPr>
        </p:nvSpPr>
        <p:spPr>
          <a:xfrm>
            <a:off x="457201" y="2174875"/>
            <a:ext cx="4040188" cy="3951288"/>
          </a:xfrm>
        </p:spPr>
        <p:txBody>
          <a:bodyPr/>
          <a:lstStyle>
            <a:lvl1pPr>
              <a:defRPr sz="2000"/>
            </a:lvl1pPr>
            <a:lvl2pPr>
              <a:defRPr sz="1600"/>
            </a:lvl2pPr>
            <a:lvl3pPr>
              <a:defRPr sz="1500"/>
            </a:lvl3pPr>
            <a:lvl4pPr>
              <a:defRPr sz="1300"/>
            </a:lvl4pPr>
            <a:lvl5pPr>
              <a:defRPr sz="1300"/>
            </a:lvl5pPr>
            <a:lvl6pPr>
              <a:defRPr sz="1300"/>
            </a:lvl6pPr>
            <a:lvl7pPr>
              <a:defRPr sz="1300"/>
            </a:lvl7pPr>
            <a:lvl8pPr>
              <a:defRPr sz="1300"/>
            </a:lvl8pPr>
            <a:lvl9pPr>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p:cNvSpPr>
            <a:spLocks noGrp="1"/>
          </p:cNvSpPr>
          <p:nvPr>
            <p:ph type="body" sz="quarter" idx="3"/>
          </p:nvPr>
        </p:nvSpPr>
        <p:spPr>
          <a:xfrm>
            <a:off x="4645025" y="1535113"/>
            <a:ext cx="4041776" cy="639762"/>
          </a:xfrm>
        </p:spPr>
        <p:txBody>
          <a:bodyPr anchor="b"/>
          <a:lstStyle>
            <a:lvl1pPr marL="0" indent="0">
              <a:buNone/>
              <a:defRPr sz="2000" b="1"/>
            </a:lvl1pPr>
            <a:lvl2pPr marL="370079" indent="0">
              <a:buNone/>
              <a:defRPr sz="1600" b="1"/>
            </a:lvl2pPr>
            <a:lvl3pPr marL="740158" indent="0">
              <a:buNone/>
              <a:defRPr sz="1500" b="1"/>
            </a:lvl3pPr>
            <a:lvl4pPr marL="1110237" indent="0">
              <a:buNone/>
              <a:defRPr sz="1300" b="1"/>
            </a:lvl4pPr>
            <a:lvl5pPr marL="1480316" indent="0">
              <a:buNone/>
              <a:defRPr sz="1300" b="1"/>
            </a:lvl5pPr>
            <a:lvl6pPr marL="1850395" indent="0">
              <a:buNone/>
              <a:defRPr sz="1300" b="1"/>
            </a:lvl6pPr>
            <a:lvl7pPr marL="2220474" indent="0">
              <a:buNone/>
              <a:defRPr sz="1300" b="1"/>
            </a:lvl7pPr>
            <a:lvl8pPr marL="2590553" indent="0">
              <a:buNone/>
              <a:defRPr sz="1300" b="1"/>
            </a:lvl8pPr>
            <a:lvl9pPr marL="2960632" indent="0">
              <a:buNone/>
              <a:defRPr sz="13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6" cy="3951288"/>
          </a:xfrm>
        </p:spPr>
        <p:txBody>
          <a:bodyPr/>
          <a:lstStyle>
            <a:lvl1pPr>
              <a:defRPr sz="2000"/>
            </a:lvl1pPr>
            <a:lvl2pPr>
              <a:defRPr sz="1600"/>
            </a:lvl2pPr>
            <a:lvl3pPr>
              <a:defRPr sz="1500"/>
            </a:lvl3pPr>
            <a:lvl4pPr>
              <a:defRPr sz="1300"/>
            </a:lvl4pPr>
            <a:lvl5pPr>
              <a:defRPr sz="1300"/>
            </a:lvl5pPr>
            <a:lvl6pPr>
              <a:defRPr sz="1300"/>
            </a:lvl6pPr>
            <a:lvl7pPr>
              <a:defRPr sz="1300"/>
            </a:lvl7pPr>
            <a:lvl8pPr>
              <a:defRPr sz="1300"/>
            </a:lvl8pPr>
            <a:lvl9pPr>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1776674085"/>
      </p:ext>
    </p:extLst>
  </p:cSld>
  <p:clrMapOvr>
    <a:masterClrMapping/>
  </p:clrMapOvr>
  <p:transition>
    <p:random/>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2" y="274638"/>
            <a:ext cx="8229600" cy="1143000"/>
          </a:xfrm>
          <a:prstGeom prst="rect">
            <a:avLst/>
          </a:prstGeom>
        </p:spPr>
        <p:txBody>
          <a:bodyPr lIns="74016" tIns="37008" rIns="74016" bIns="37008"/>
          <a:lstStyle/>
          <a:p>
            <a:r>
              <a:rPr lang="en-US"/>
              <a:t>Click to edit Master title style</a:t>
            </a:r>
            <a:endParaRPr lang="en-GB"/>
          </a:p>
        </p:txBody>
      </p:sp>
    </p:spTree>
    <p:extLst>
      <p:ext uri="{BB962C8B-B14F-4D97-AF65-F5344CB8AC3E}">
        <p14:creationId xmlns:p14="http://schemas.microsoft.com/office/powerpoint/2010/main" val="3510335096"/>
      </p:ext>
    </p:extLst>
  </p:cSld>
  <p:clrMapOvr>
    <a:masterClrMapping/>
  </p:clrMapOvr>
  <p:transition>
    <p:random/>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091712385"/>
      </p:ext>
    </p:extLst>
  </p:cSld>
  <p:clrMapOvr>
    <a:masterClrMapping/>
  </p:clrMapOvr>
  <p:transition>
    <p:random/>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73053"/>
            <a:ext cx="3008313" cy="1162050"/>
          </a:xfrm>
          <a:prstGeom prst="rect">
            <a:avLst/>
          </a:prstGeom>
        </p:spPr>
        <p:txBody>
          <a:bodyPr lIns="74016" tIns="37008" rIns="74016" bIns="37008" anchor="b"/>
          <a:lstStyle>
            <a:lvl1pPr algn="l">
              <a:defRPr sz="1600" b="1"/>
            </a:lvl1pPr>
          </a:lstStyle>
          <a:p>
            <a:r>
              <a:rPr lang="en-US"/>
              <a:t>Click to edit Master title style</a:t>
            </a:r>
            <a:endParaRPr lang="en-GB"/>
          </a:p>
        </p:txBody>
      </p:sp>
      <p:sp>
        <p:nvSpPr>
          <p:cNvPr id="3" name="Content Placeholder 2"/>
          <p:cNvSpPr>
            <a:spLocks noGrp="1"/>
          </p:cNvSpPr>
          <p:nvPr>
            <p:ph idx="1"/>
          </p:nvPr>
        </p:nvSpPr>
        <p:spPr>
          <a:xfrm>
            <a:off x="3575051" y="273053"/>
            <a:ext cx="5111751" cy="5853113"/>
          </a:xfrm>
        </p:spPr>
        <p:txBody>
          <a:bodyPr/>
          <a:lstStyle>
            <a:lvl1pPr>
              <a:defRPr sz="2600"/>
            </a:lvl1pPr>
            <a:lvl2pPr>
              <a:defRPr sz="2300"/>
            </a:lvl2pPr>
            <a:lvl3pPr>
              <a:defRPr sz="20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p:cNvSpPr>
            <a:spLocks noGrp="1"/>
          </p:cNvSpPr>
          <p:nvPr>
            <p:ph type="body" sz="half" idx="2"/>
          </p:nvPr>
        </p:nvSpPr>
        <p:spPr>
          <a:xfrm>
            <a:off x="457201" y="1435101"/>
            <a:ext cx="3008313" cy="4691063"/>
          </a:xfrm>
        </p:spPr>
        <p:txBody>
          <a:bodyPr/>
          <a:lstStyle>
            <a:lvl1pPr marL="0" indent="0">
              <a:buNone/>
              <a:defRPr sz="1100"/>
            </a:lvl1pPr>
            <a:lvl2pPr marL="370079" indent="0">
              <a:buNone/>
              <a:defRPr sz="1000"/>
            </a:lvl2pPr>
            <a:lvl3pPr marL="740158" indent="0">
              <a:buNone/>
              <a:defRPr sz="800"/>
            </a:lvl3pPr>
            <a:lvl4pPr marL="1110237" indent="0">
              <a:buNone/>
              <a:defRPr sz="700"/>
            </a:lvl4pPr>
            <a:lvl5pPr marL="1480316" indent="0">
              <a:buNone/>
              <a:defRPr sz="700"/>
            </a:lvl5pPr>
            <a:lvl6pPr marL="1850395" indent="0">
              <a:buNone/>
              <a:defRPr sz="700"/>
            </a:lvl6pPr>
            <a:lvl7pPr marL="2220474" indent="0">
              <a:buNone/>
              <a:defRPr sz="700"/>
            </a:lvl7pPr>
            <a:lvl8pPr marL="2590553" indent="0">
              <a:buNone/>
              <a:defRPr sz="700"/>
            </a:lvl8pPr>
            <a:lvl9pPr marL="2960632" indent="0">
              <a:buNone/>
              <a:defRPr sz="700"/>
            </a:lvl9pPr>
          </a:lstStyle>
          <a:p>
            <a:pPr lvl="0"/>
            <a:r>
              <a:rPr lang="en-US"/>
              <a:t>Click to edit Master text styles</a:t>
            </a:r>
          </a:p>
        </p:txBody>
      </p:sp>
    </p:spTree>
    <p:extLst>
      <p:ext uri="{BB962C8B-B14F-4D97-AF65-F5344CB8AC3E}">
        <p14:creationId xmlns:p14="http://schemas.microsoft.com/office/powerpoint/2010/main" val="3740678774"/>
      </p:ext>
    </p:extLst>
  </p:cSld>
  <p:clrMapOvr>
    <a:masterClrMapping/>
  </p:clrMapOvr>
  <p:transition>
    <p:random/>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9" y="4800600"/>
            <a:ext cx="5486400" cy="566738"/>
          </a:xfrm>
          <a:prstGeom prst="rect">
            <a:avLst/>
          </a:prstGeom>
        </p:spPr>
        <p:txBody>
          <a:bodyPr lIns="74016" tIns="37008" rIns="74016" bIns="37008" anchor="b"/>
          <a:lstStyle>
            <a:lvl1pPr algn="l">
              <a:defRPr sz="1600" b="1"/>
            </a:lvl1pPr>
          </a:lstStyle>
          <a:p>
            <a:r>
              <a:rPr lang="en-US"/>
              <a:t>Click to edit Master title style</a:t>
            </a:r>
            <a:endParaRPr lang="en-GB"/>
          </a:p>
        </p:txBody>
      </p:sp>
      <p:sp>
        <p:nvSpPr>
          <p:cNvPr id="3" name="Picture Placeholder 2"/>
          <p:cNvSpPr>
            <a:spLocks noGrp="1"/>
          </p:cNvSpPr>
          <p:nvPr>
            <p:ph type="pic" idx="1"/>
          </p:nvPr>
        </p:nvSpPr>
        <p:spPr>
          <a:xfrm>
            <a:off x="1792289" y="612778"/>
            <a:ext cx="5486400" cy="4114800"/>
          </a:xfrm>
        </p:spPr>
        <p:txBody>
          <a:bodyPr/>
          <a:lstStyle>
            <a:lvl1pPr marL="0" indent="0">
              <a:buNone/>
              <a:defRPr sz="2600"/>
            </a:lvl1pPr>
            <a:lvl2pPr marL="370079" indent="0">
              <a:buNone/>
              <a:defRPr sz="2300"/>
            </a:lvl2pPr>
            <a:lvl3pPr marL="740158" indent="0">
              <a:buNone/>
              <a:defRPr sz="2000"/>
            </a:lvl3pPr>
            <a:lvl4pPr marL="1110237" indent="0">
              <a:buNone/>
              <a:defRPr sz="1600"/>
            </a:lvl4pPr>
            <a:lvl5pPr marL="1480316" indent="0">
              <a:buNone/>
              <a:defRPr sz="1600"/>
            </a:lvl5pPr>
            <a:lvl6pPr marL="1850395" indent="0">
              <a:buNone/>
              <a:defRPr sz="1600"/>
            </a:lvl6pPr>
            <a:lvl7pPr marL="2220474" indent="0">
              <a:buNone/>
              <a:defRPr sz="1600"/>
            </a:lvl7pPr>
            <a:lvl8pPr marL="2590553" indent="0">
              <a:buNone/>
              <a:defRPr sz="1600"/>
            </a:lvl8pPr>
            <a:lvl9pPr marL="2960632" indent="0">
              <a:buNone/>
              <a:defRPr sz="1600"/>
            </a:lvl9pPr>
          </a:lstStyle>
          <a:p>
            <a:pPr lvl="0"/>
            <a:endParaRPr lang="en-GB" noProof="0"/>
          </a:p>
        </p:txBody>
      </p:sp>
      <p:sp>
        <p:nvSpPr>
          <p:cNvPr id="4" name="Text Placeholder 3"/>
          <p:cNvSpPr>
            <a:spLocks noGrp="1"/>
          </p:cNvSpPr>
          <p:nvPr>
            <p:ph type="body" sz="half" idx="2"/>
          </p:nvPr>
        </p:nvSpPr>
        <p:spPr>
          <a:xfrm>
            <a:off x="1792289" y="5367340"/>
            <a:ext cx="5486400" cy="804862"/>
          </a:xfrm>
        </p:spPr>
        <p:txBody>
          <a:bodyPr/>
          <a:lstStyle>
            <a:lvl1pPr marL="0" indent="0">
              <a:buNone/>
              <a:defRPr sz="1100"/>
            </a:lvl1pPr>
            <a:lvl2pPr marL="370079" indent="0">
              <a:buNone/>
              <a:defRPr sz="1000"/>
            </a:lvl2pPr>
            <a:lvl3pPr marL="740158" indent="0">
              <a:buNone/>
              <a:defRPr sz="800"/>
            </a:lvl3pPr>
            <a:lvl4pPr marL="1110237" indent="0">
              <a:buNone/>
              <a:defRPr sz="700"/>
            </a:lvl4pPr>
            <a:lvl5pPr marL="1480316" indent="0">
              <a:buNone/>
              <a:defRPr sz="700"/>
            </a:lvl5pPr>
            <a:lvl6pPr marL="1850395" indent="0">
              <a:buNone/>
              <a:defRPr sz="700"/>
            </a:lvl6pPr>
            <a:lvl7pPr marL="2220474" indent="0">
              <a:buNone/>
              <a:defRPr sz="700"/>
            </a:lvl7pPr>
            <a:lvl8pPr marL="2590553" indent="0">
              <a:buNone/>
              <a:defRPr sz="700"/>
            </a:lvl8pPr>
            <a:lvl9pPr marL="2960632" indent="0">
              <a:buNone/>
              <a:defRPr sz="700"/>
            </a:lvl9pPr>
          </a:lstStyle>
          <a:p>
            <a:pPr lvl="0"/>
            <a:r>
              <a:rPr lang="en-US"/>
              <a:t>Click to edit Master text styles</a:t>
            </a:r>
          </a:p>
        </p:txBody>
      </p:sp>
    </p:spTree>
    <p:extLst>
      <p:ext uri="{BB962C8B-B14F-4D97-AF65-F5344CB8AC3E}">
        <p14:creationId xmlns:p14="http://schemas.microsoft.com/office/powerpoint/2010/main" val="69392740"/>
      </p:ext>
    </p:extLst>
  </p:cSld>
  <p:clrMapOvr>
    <a:masterClrMapping/>
  </p:clrMapOvr>
  <p:transition>
    <p:random/>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a:xfrm>
            <a:off x="457202" y="274638"/>
            <a:ext cx="8229600" cy="1143000"/>
          </a:xfrm>
          <a:prstGeom prst="rect">
            <a:avLst/>
          </a:prstGeom>
        </p:spPr>
        <p:txBody>
          <a:bodyPr lIns="74016" tIns="37008" rIns="74016" bIns="37008"/>
          <a:lstStyle/>
          <a:p>
            <a:r>
              <a:rPr lang="en-US"/>
              <a:t>Click to edit Master title style</a:t>
            </a:r>
            <a:endParaRPr lang="en-GB"/>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9045392"/>
      </p:ext>
    </p:extLst>
  </p:cSld>
  <p:clrMapOvr>
    <a:masterClrMapping/>
  </p:clrMapOvr>
  <p:transition>
    <p:random/>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48452" y="0"/>
            <a:ext cx="2093912" cy="6529388"/>
          </a:xfrm>
          <a:prstGeom prst="rect">
            <a:avLst/>
          </a:prstGeom>
        </p:spPr>
        <p:txBody>
          <a:bodyPr vert="eaVert" lIns="74016" tIns="37008" rIns="74016" bIns="37008"/>
          <a:lstStyle/>
          <a:p>
            <a:r>
              <a:rPr lang="en-US"/>
              <a:t>Click to edit Master title style</a:t>
            </a:r>
            <a:endParaRPr lang="en-GB"/>
          </a:p>
        </p:txBody>
      </p:sp>
      <p:sp>
        <p:nvSpPr>
          <p:cNvPr id="3" name="Vertical Text Placeholder 2"/>
          <p:cNvSpPr>
            <a:spLocks noGrp="1"/>
          </p:cNvSpPr>
          <p:nvPr>
            <p:ph type="body" orient="vert" idx="1"/>
          </p:nvPr>
        </p:nvSpPr>
        <p:spPr>
          <a:xfrm>
            <a:off x="365125" y="0"/>
            <a:ext cx="6130926" cy="652938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2833104931"/>
      </p:ext>
    </p:extLst>
  </p:cSld>
  <p:clrMapOvr>
    <a:masterClrMapping/>
  </p:clrMapOvr>
  <p:transition>
    <p:random/>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obj">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85429" y="285448"/>
            <a:ext cx="7773143" cy="1143000"/>
          </a:xfrm>
          <a:prstGeom prst="rect">
            <a:avLst/>
          </a:prstGeom>
        </p:spPr>
        <p:txBody>
          <a:bodyPr lIns="64502" tIns="32251" rIns="64502" bIns="32251"/>
          <a:lstStyle/>
          <a:p>
            <a:r>
              <a:rPr lang="en-US"/>
              <a:t>Click to edit Master title style</a:t>
            </a:r>
            <a:endParaRPr lang="en-GB"/>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Rectangle 32"/>
          <p:cNvSpPr>
            <a:spLocks noGrp="1" noChangeArrowheads="1"/>
          </p:cNvSpPr>
          <p:nvPr>
            <p:ph type="dt" sz="half" idx="10"/>
          </p:nvPr>
        </p:nvSpPr>
        <p:spPr>
          <a:xfrm>
            <a:off x="685429" y="6400800"/>
            <a:ext cx="1905619" cy="457200"/>
          </a:xfrm>
          <a:prstGeom prst="rect">
            <a:avLst/>
          </a:prstGeom>
          <a:ln/>
        </p:spPr>
        <p:txBody>
          <a:bodyPr lIns="64502" tIns="32251" rIns="64502" bIns="32251"/>
          <a:lstStyle>
            <a:lvl1pPr>
              <a:defRPr/>
            </a:lvl1pPr>
          </a:lstStyle>
          <a:p>
            <a:pPr>
              <a:defRPr/>
            </a:pPr>
            <a:endParaRPr lang="en-US" sz="600">
              <a:solidFill>
                <a:srgbClr val="000000"/>
              </a:solidFill>
              <a:latin typeface="Tahoma" pitchFamily="34" charset="0"/>
              <a:ea typeface="+mn-ea"/>
            </a:endParaRPr>
          </a:p>
        </p:txBody>
      </p:sp>
      <p:sp>
        <p:nvSpPr>
          <p:cNvPr id="5" name="Rectangle 34"/>
          <p:cNvSpPr>
            <a:spLocks noGrp="1" noChangeArrowheads="1"/>
          </p:cNvSpPr>
          <p:nvPr>
            <p:ph type="sldNum" sz="quarter" idx="11"/>
          </p:nvPr>
        </p:nvSpPr>
        <p:spPr>
          <a:xfrm>
            <a:off x="6552952" y="6399591"/>
            <a:ext cx="1905619" cy="457200"/>
          </a:xfrm>
          <a:prstGeom prst="rect">
            <a:avLst/>
          </a:prstGeom>
          <a:ln/>
        </p:spPr>
        <p:txBody>
          <a:bodyPr lIns="64502" tIns="32251" rIns="64502" bIns="32251"/>
          <a:lstStyle>
            <a:lvl1pPr>
              <a:defRPr/>
            </a:lvl1pPr>
          </a:lstStyle>
          <a:p>
            <a:pPr>
              <a:defRPr/>
            </a:pPr>
            <a:fld id="{C7CEB0B8-E327-4A51-B1B2-05DF9D4D2C03}" type="slidenum">
              <a:rPr lang="en-US" sz="600">
                <a:solidFill>
                  <a:srgbClr val="000000"/>
                </a:solidFill>
                <a:latin typeface="Tahoma" pitchFamily="34" charset="0"/>
                <a:ea typeface="+mn-ea"/>
              </a:rPr>
              <a:pPr>
                <a:defRPr/>
              </a:pPr>
              <a:t>‹#›</a:t>
            </a:fld>
            <a:endParaRPr lang="en-US" sz="600">
              <a:solidFill>
                <a:srgbClr val="000000"/>
              </a:solidFill>
              <a:latin typeface="Tahoma" pitchFamily="34" charset="0"/>
              <a:ea typeface="+mn-ea"/>
            </a:endParaRPr>
          </a:p>
        </p:txBody>
      </p:sp>
    </p:spTree>
    <p:extLst>
      <p:ext uri="{BB962C8B-B14F-4D97-AF65-F5344CB8AC3E}">
        <p14:creationId xmlns:p14="http://schemas.microsoft.com/office/powerpoint/2010/main" val="2524762185"/>
      </p:ext>
    </p:extLst>
  </p:cSld>
  <p:clrMapOvr>
    <a:masterClrMapping/>
  </p:clrMapOvr>
  <p:transition>
    <p:wipe dir="r"/>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10"/>
          <p:cNvSpPr>
            <a:spLocks noGrp="1" noChangeArrowheads="1"/>
          </p:cNvSpPr>
          <p:nvPr>
            <p:ph type="body" idx="1"/>
          </p:nvPr>
        </p:nvSpPr>
        <p:spPr bwMode="auto">
          <a:xfrm>
            <a:off x="393645" y="33867"/>
            <a:ext cx="8376871" cy="6529010"/>
          </a:xfrm>
          <a:prstGeom prst="rect">
            <a:avLst/>
          </a:prstGeom>
          <a:noFill/>
          <a:ln w="9525">
            <a:noFill/>
            <a:miter lim="800000"/>
            <a:headEnd/>
            <a:tailEnd/>
          </a:ln>
        </p:spPr>
        <p:txBody>
          <a:bodyPr vert="horz" wrap="square" lIns="74016" tIns="37008" rIns="74016" bIns="37008" numCol="1" anchor="t" anchorCtr="0" compatLnSpc="1">
            <a:prstTxWarp prst="textNoShape">
              <a:avLst/>
            </a:prstTxWarp>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29393" name="Rectangle 17"/>
          <p:cNvSpPr>
            <a:spLocks noChangeArrowheads="1"/>
          </p:cNvSpPr>
          <p:nvPr/>
        </p:nvSpPr>
        <p:spPr bwMode="auto">
          <a:xfrm>
            <a:off x="0" y="6400800"/>
            <a:ext cx="1904558" cy="457200"/>
          </a:xfrm>
          <a:prstGeom prst="rect">
            <a:avLst/>
          </a:prstGeom>
          <a:noFill/>
          <a:ln w="12700" cap="sq">
            <a:noFill/>
            <a:miter lim="800000"/>
            <a:headEnd type="none" w="sm" len="sm"/>
            <a:tailEnd type="none" w="sm" len="sm"/>
          </a:ln>
          <a:effectLst/>
        </p:spPr>
        <p:txBody>
          <a:bodyPr lIns="74016" tIns="37008" rIns="74016" bIns="37008" anchor="b"/>
          <a:lstStyle/>
          <a:p>
            <a:pPr eaLnBrk="1" hangingPunct="1">
              <a:defRPr/>
            </a:pPr>
            <a:fld id="{A489F54B-69BB-4115-9FC9-7565FFDEE19E}" type="slidenum">
              <a:rPr lang="en-US" sz="1100">
                <a:solidFill>
                  <a:srgbClr val="080808"/>
                </a:solidFill>
                <a:ea typeface="+mn-ea"/>
              </a:rPr>
              <a:pPr eaLnBrk="1" hangingPunct="1">
                <a:defRPr/>
              </a:pPr>
              <a:t>‹#›</a:t>
            </a:fld>
            <a:endParaRPr lang="en-US" sz="1100" dirty="0">
              <a:solidFill>
                <a:srgbClr val="080808"/>
              </a:solidFill>
              <a:ea typeface="+mn-ea"/>
            </a:endParaRPr>
          </a:p>
        </p:txBody>
      </p:sp>
      <p:sp>
        <p:nvSpPr>
          <p:cNvPr id="229396" name="Rectangle 20"/>
          <p:cNvSpPr>
            <a:spLocks noChangeArrowheads="1"/>
          </p:cNvSpPr>
          <p:nvPr userDrawn="1"/>
        </p:nvSpPr>
        <p:spPr bwMode="ltGray">
          <a:xfrm>
            <a:off x="8033097" y="5913362"/>
            <a:ext cx="327859" cy="474133"/>
          </a:xfrm>
          <a:prstGeom prst="rect">
            <a:avLst/>
          </a:prstGeom>
          <a:gradFill rotWithShape="0">
            <a:gsLst>
              <a:gs pos="0">
                <a:schemeClr val="bg1"/>
              </a:gs>
              <a:gs pos="100000">
                <a:schemeClr val="accent2"/>
              </a:gs>
            </a:gsLst>
            <a:lin ang="0" scaled="1"/>
          </a:gradFill>
          <a:ln w="9525">
            <a:noFill/>
            <a:miter lim="800000"/>
            <a:headEnd/>
            <a:tailEnd/>
          </a:ln>
          <a:effectLst/>
        </p:spPr>
        <p:txBody>
          <a:bodyPr wrap="none" lIns="74016" tIns="37008" rIns="74016" bIns="37008" anchor="ctr"/>
          <a:lstStyle/>
          <a:p>
            <a:pPr algn="ctr" eaLnBrk="1" hangingPunct="1">
              <a:defRPr/>
            </a:pPr>
            <a:endParaRPr kumimoji="1" lang="en-US" sz="2000" dirty="0">
              <a:solidFill>
                <a:srgbClr val="000000"/>
              </a:solidFill>
              <a:latin typeface="Tahoma" pitchFamily="34" charset="0"/>
              <a:ea typeface="+mn-ea"/>
            </a:endParaRPr>
          </a:p>
        </p:txBody>
      </p:sp>
      <p:sp>
        <p:nvSpPr>
          <p:cNvPr id="229400" name="Rectangle 24"/>
          <p:cNvSpPr>
            <a:spLocks noChangeArrowheads="1"/>
          </p:cNvSpPr>
          <p:nvPr userDrawn="1"/>
        </p:nvSpPr>
        <p:spPr bwMode="ltGray">
          <a:xfrm flipH="1">
            <a:off x="7880308" y="6335486"/>
            <a:ext cx="368179" cy="475343"/>
          </a:xfrm>
          <a:prstGeom prst="rect">
            <a:avLst/>
          </a:prstGeom>
          <a:gradFill rotWithShape="0">
            <a:gsLst>
              <a:gs pos="0">
                <a:schemeClr val="bg1"/>
              </a:gs>
              <a:gs pos="100000">
                <a:schemeClr val="folHlink"/>
              </a:gs>
            </a:gsLst>
            <a:lin ang="0" scaled="1"/>
          </a:gradFill>
          <a:ln w="9525">
            <a:noFill/>
            <a:miter lim="800000"/>
            <a:headEnd/>
            <a:tailEnd/>
          </a:ln>
          <a:effectLst/>
        </p:spPr>
        <p:txBody>
          <a:bodyPr wrap="none" lIns="74016" tIns="37008" rIns="74016" bIns="37008" anchor="ctr"/>
          <a:lstStyle/>
          <a:p>
            <a:pPr algn="ctr" eaLnBrk="1" hangingPunct="1">
              <a:defRPr/>
            </a:pPr>
            <a:endParaRPr kumimoji="1" lang="en-US" sz="2000" dirty="0">
              <a:solidFill>
                <a:srgbClr val="000000"/>
              </a:solidFill>
              <a:latin typeface="Tahoma" pitchFamily="34" charset="0"/>
              <a:ea typeface="+mn-ea"/>
            </a:endParaRPr>
          </a:p>
        </p:txBody>
      </p:sp>
      <p:sp>
        <p:nvSpPr>
          <p:cNvPr id="229398" name="Rectangle 22"/>
          <p:cNvSpPr>
            <a:spLocks noChangeArrowheads="1"/>
          </p:cNvSpPr>
          <p:nvPr userDrawn="1"/>
        </p:nvSpPr>
        <p:spPr bwMode="ltGray">
          <a:xfrm>
            <a:off x="8353530" y="5913362"/>
            <a:ext cx="438207" cy="474133"/>
          </a:xfrm>
          <a:prstGeom prst="rect">
            <a:avLst/>
          </a:prstGeom>
          <a:solidFill>
            <a:schemeClr val="accent2"/>
          </a:solidFill>
          <a:ln w="9525">
            <a:noFill/>
            <a:miter lim="800000"/>
            <a:headEnd/>
            <a:tailEnd/>
          </a:ln>
          <a:effectLst/>
        </p:spPr>
        <p:txBody>
          <a:bodyPr wrap="none" lIns="74016" tIns="37008" rIns="74016" bIns="37008" anchor="ctr"/>
          <a:lstStyle/>
          <a:p>
            <a:pPr algn="ctr" eaLnBrk="1" hangingPunct="1">
              <a:defRPr/>
            </a:pPr>
            <a:endParaRPr kumimoji="1" lang="en-US" sz="2000" dirty="0">
              <a:solidFill>
                <a:srgbClr val="000000"/>
              </a:solidFill>
              <a:latin typeface="Tahoma" pitchFamily="34" charset="0"/>
              <a:ea typeface="+mn-ea"/>
            </a:endParaRPr>
          </a:p>
        </p:txBody>
      </p:sp>
      <p:sp>
        <p:nvSpPr>
          <p:cNvPr id="229399" name="Rectangle 23"/>
          <p:cNvSpPr>
            <a:spLocks noChangeArrowheads="1"/>
          </p:cNvSpPr>
          <p:nvPr userDrawn="1"/>
        </p:nvSpPr>
        <p:spPr bwMode="ltGray">
          <a:xfrm flipH="1">
            <a:off x="8245304" y="6335486"/>
            <a:ext cx="422292" cy="475343"/>
          </a:xfrm>
          <a:prstGeom prst="rect">
            <a:avLst/>
          </a:prstGeom>
          <a:solidFill>
            <a:schemeClr val="folHlink"/>
          </a:solidFill>
          <a:ln w="9525">
            <a:noFill/>
            <a:miter lim="800000"/>
            <a:headEnd/>
            <a:tailEnd/>
          </a:ln>
          <a:effectLst/>
        </p:spPr>
        <p:txBody>
          <a:bodyPr wrap="none" lIns="74016" tIns="37008" rIns="74016" bIns="37008" anchor="ctr"/>
          <a:lstStyle/>
          <a:p>
            <a:pPr algn="ctr" eaLnBrk="1" hangingPunct="1">
              <a:defRPr/>
            </a:pPr>
            <a:endParaRPr kumimoji="1" lang="en-US" sz="2000" dirty="0">
              <a:solidFill>
                <a:srgbClr val="000000"/>
              </a:solidFill>
              <a:latin typeface="Tahoma" pitchFamily="34" charset="0"/>
              <a:ea typeface="+mn-ea"/>
            </a:endParaRPr>
          </a:p>
        </p:txBody>
      </p:sp>
      <p:sp>
        <p:nvSpPr>
          <p:cNvPr id="229401" name="Rectangle 25"/>
          <p:cNvSpPr>
            <a:spLocks noChangeArrowheads="1"/>
          </p:cNvSpPr>
          <p:nvPr userDrawn="1"/>
        </p:nvSpPr>
        <p:spPr bwMode="ltGray">
          <a:xfrm flipH="1">
            <a:off x="8521173" y="6262914"/>
            <a:ext cx="561287" cy="422124"/>
          </a:xfrm>
          <a:prstGeom prst="rect">
            <a:avLst/>
          </a:prstGeom>
          <a:gradFill rotWithShape="0">
            <a:gsLst>
              <a:gs pos="0">
                <a:schemeClr val="hlink"/>
              </a:gs>
              <a:gs pos="100000">
                <a:schemeClr val="bg1"/>
              </a:gs>
            </a:gsLst>
            <a:lin ang="2700000" scaled="1"/>
          </a:gradFill>
          <a:ln w="9525">
            <a:noFill/>
            <a:miter lim="800000"/>
            <a:headEnd/>
            <a:tailEnd/>
          </a:ln>
          <a:effectLst/>
        </p:spPr>
        <p:txBody>
          <a:bodyPr wrap="none" lIns="74016" tIns="37008" rIns="74016" bIns="37008" anchor="ctr"/>
          <a:lstStyle/>
          <a:p>
            <a:pPr algn="ctr" eaLnBrk="1" hangingPunct="1">
              <a:defRPr/>
            </a:pPr>
            <a:endParaRPr kumimoji="1" lang="en-US" sz="2000" dirty="0">
              <a:solidFill>
                <a:srgbClr val="000000"/>
              </a:solidFill>
              <a:latin typeface="Tahoma" pitchFamily="34" charset="0"/>
              <a:ea typeface="+mn-ea"/>
            </a:endParaRPr>
          </a:p>
        </p:txBody>
      </p:sp>
      <p:sp>
        <p:nvSpPr>
          <p:cNvPr id="229384" name="Rectangle 8"/>
          <p:cNvSpPr>
            <a:spLocks noChangeArrowheads="1"/>
          </p:cNvSpPr>
          <p:nvPr userDrawn="1"/>
        </p:nvSpPr>
        <p:spPr bwMode="gray">
          <a:xfrm>
            <a:off x="549616" y="6595534"/>
            <a:ext cx="8226205" cy="32657"/>
          </a:xfrm>
          <a:prstGeom prst="rect">
            <a:avLst/>
          </a:prstGeom>
          <a:gradFill rotWithShape="0">
            <a:gsLst>
              <a:gs pos="0">
                <a:schemeClr val="bg1"/>
              </a:gs>
              <a:gs pos="100000">
                <a:schemeClr val="tx1"/>
              </a:gs>
            </a:gsLst>
            <a:lin ang="0" scaled="1"/>
          </a:gradFill>
          <a:ln w="9525">
            <a:noFill/>
            <a:miter lim="800000"/>
            <a:headEnd/>
            <a:tailEnd/>
          </a:ln>
          <a:effectLst/>
        </p:spPr>
        <p:txBody>
          <a:bodyPr wrap="none" lIns="74016" tIns="37008" rIns="74016" bIns="37008" anchor="ctr"/>
          <a:lstStyle/>
          <a:p>
            <a:pPr algn="ctr" eaLnBrk="1" hangingPunct="1">
              <a:defRPr/>
            </a:pPr>
            <a:endParaRPr kumimoji="1" lang="en-US" sz="2000" dirty="0">
              <a:solidFill>
                <a:srgbClr val="000000"/>
              </a:solidFill>
              <a:latin typeface="Tahoma" pitchFamily="34" charset="0"/>
              <a:ea typeface="+mn-ea"/>
            </a:endParaRPr>
          </a:p>
        </p:txBody>
      </p:sp>
      <p:sp>
        <p:nvSpPr>
          <p:cNvPr id="229416" name="Text Box 40"/>
          <p:cNvSpPr txBox="1">
            <a:spLocks noChangeArrowheads="1"/>
          </p:cNvSpPr>
          <p:nvPr userDrawn="1"/>
        </p:nvSpPr>
        <p:spPr bwMode="auto">
          <a:xfrm>
            <a:off x="377729" y="6582229"/>
            <a:ext cx="8393849" cy="228627"/>
          </a:xfrm>
          <a:prstGeom prst="rect">
            <a:avLst/>
          </a:prstGeom>
          <a:noFill/>
          <a:ln w="12700" cap="sq">
            <a:noFill/>
            <a:miter lim="800000"/>
            <a:headEnd type="none" w="sm" len="sm"/>
            <a:tailEnd type="none" w="sm" len="sm"/>
          </a:ln>
          <a:effectLst/>
        </p:spPr>
        <p:txBody>
          <a:bodyPr lIns="74016" tIns="37008" rIns="74016" bIns="37008">
            <a:spAutoFit/>
          </a:bodyPr>
          <a:lstStyle/>
          <a:p>
            <a:pPr>
              <a:spcBef>
                <a:spcPct val="50000"/>
              </a:spcBef>
              <a:defRPr/>
            </a:pPr>
            <a:r>
              <a:rPr lang="en-US" sz="1000" dirty="0">
                <a:solidFill>
                  <a:srgbClr val="000000"/>
                </a:solidFill>
                <a:latin typeface="Tahoma" pitchFamily="34" charset="0"/>
                <a:ea typeface="+mn-ea"/>
              </a:rPr>
              <a:t>Chapter 2 Event-Driven </a:t>
            </a:r>
            <a:r>
              <a:rPr lang="en-US" sz="1000">
                <a:solidFill>
                  <a:srgbClr val="000000"/>
                </a:solidFill>
                <a:latin typeface="Tahoma" pitchFamily="34" charset="0"/>
                <a:ea typeface="+mn-ea"/>
              </a:rPr>
              <a:t>Programming                                                                                              CCS3104 </a:t>
            </a:r>
            <a:r>
              <a:rPr lang="en-US" sz="1000" dirty="0">
                <a:solidFill>
                  <a:srgbClr val="000000"/>
                </a:solidFill>
                <a:latin typeface="Tahoma" pitchFamily="34" charset="0"/>
                <a:ea typeface="+mn-ea"/>
              </a:rPr>
              <a:t>Advanced Programming</a:t>
            </a:r>
          </a:p>
        </p:txBody>
      </p:sp>
    </p:spTree>
    <p:extLst>
      <p:ext uri="{BB962C8B-B14F-4D97-AF65-F5344CB8AC3E}">
        <p14:creationId xmlns:p14="http://schemas.microsoft.com/office/powerpoint/2010/main" val="855775763"/>
      </p:ext>
    </p:extLst>
  </p:cSld>
  <p:clrMap bg1="lt1" tx1="dk1" bg2="lt2" tx2="dk2" accent1="accent1" accent2="accent2" accent3="accent3" accent4="accent4" accent5="accent5" accent6="accent6" hlink="hlink" folHlink="folHlink"/>
  <p:sldLayoutIdLst>
    <p:sldLayoutId id="2147484010" r:id="rId1"/>
    <p:sldLayoutId id="2147484011" r:id="rId2"/>
    <p:sldLayoutId id="2147484012" r:id="rId3"/>
    <p:sldLayoutId id="2147484013" r:id="rId4"/>
    <p:sldLayoutId id="2147484014" r:id="rId5"/>
    <p:sldLayoutId id="2147484015" r:id="rId6"/>
    <p:sldLayoutId id="2147484016" r:id="rId7"/>
    <p:sldLayoutId id="2147484017" r:id="rId8"/>
    <p:sldLayoutId id="2147484018" r:id="rId9"/>
    <p:sldLayoutId id="2147484019" r:id="rId10"/>
    <p:sldLayoutId id="2147484020" r:id="rId11"/>
    <p:sldLayoutId id="2147484021" r:id="rId12"/>
  </p:sldLayoutIdLst>
  <p:transition>
    <p:random/>
  </p:transition>
  <p:txStyles>
    <p:titleStyle>
      <a:lvl1pPr algn="l" rtl="0" eaLnBrk="0" fontAlgn="base" hangingPunct="0">
        <a:spcBef>
          <a:spcPct val="0"/>
        </a:spcBef>
        <a:spcAft>
          <a:spcPct val="0"/>
        </a:spcAft>
        <a:defRPr sz="3500">
          <a:solidFill>
            <a:schemeClr val="tx2"/>
          </a:solidFill>
          <a:latin typeface="+mj-lt"/>
          <a:ea typeface="+mj-ea"/>
          <a:cs typeface="+mj-cs"/>
        </a:defRPr>
      </a:lvl1pPr>
      <a:lvl2pPr algn="l" rtl="0" eaLnBrk="0" fontAlgn="base" hangingPunct="0">
        <a:spcBef>
          <a:spcPct val="0"/>
        </a:spcBef>
        <a:spcAft>
          <a:spcPct val="0"/>
        </a:spcAft>
        <a:defRPr sz="3500">
          <a:solidFill>
            <a:schemeClr val="tx2"/>
          </a:solidFill>
          <a:latin typeface="Tahoma" pitchFamily="34" charset="0"/>
        </a:defRPr>
      </a:lvl2pPr>
      <a:lvl3pPr algn="l" rtl="0" eaLnBrk="0" fontAlgn="base" hangingPunct="0">
        <a:spcBef>
          <a:spcPct val="0"/>
        </a:spcBef>
        <a:spcAft>
          <a:spcPct val="0"/>
        </a:spcAft>
        <a:defRPr sz="3500">
          <a:solidFill>
            <a:schemeClr val="tx2"/>
          </a:solidFill>
          <a:latin typeface="Tahoma" pitchFamily="34" charset="0"/>
        </a:defRPr>
      </a:lvl3pPr>
      <a:lvl4pPr algn="l" rtl="0" eaLnBrk="0" fontAlgn="base" hangingPunct="0">
        <a:spcBef>
          <a:spcPct val="0"/>
        </a:spcBef>
        <a:spcAft>
          <a:spcPct val="0"/>
        </a:spcAft>
        <a:defRPr sz="3500">
          <a:solidFill>
            <a:schemeClr val="tx2"/>
          </a:solidFill>
          <a:latin typeface="Tahoma" pitchFamily="34" charset="0"/>
        </a:defRPr>
      </a:lvl4pPr>
      <a:lvl5pPr algn="l" rtl="0" eaLnBrk="0" fontAlgn="base" hangingPunct="0">
        <a:spcBef>
          <a:spcPct val="0"/>
        </a:spcBef>
        <a:spcAft>
          <a:spcPct val="0"/>
        </a:spcAft>
        <a:defRPr sz="3500">
          <a:solidFill>
            <a:schemeClr val="tx2"/>
          </a:solidFill>
          <a:latin typeface="Tahoma" pitchFamily="34" charset="0"/>
        </a:defRPr>
      </a:lvl5pPr>
      <a:lvl6pPr marL="370079" algn="l" rtl="0" fontAlgn="base">
        <a:spcBef>
          <a:spcPct val="0"/>
        </a:spcBef>
        <a:spcAft>
          <a:spcPct val="0"/>
        </a:spcAft>
        <a:defRPr sz="3500">
          <a:solidFill>
            <a:schemeClr val="tx2"/>
          </a:solidFill>
          <a:latin typeface="Tahoma" pitchFamily="34" charset="0"/>
        </a:defRPr>
      </a:lvl6pPr>
      <a:lvl7pPr marL="740158" algn="l" rtl="0" fontAlgn="base">
        <a:spcBef>
          <a:spcPct val="0"/>
        </a:spcBef>
        <a:spcAft>
          <a:spcPct val="0"/>
        </a:spcAft>
        <a:defRPr sz="3500">
          <a:solidFill>
            <a:schemeClr val="tx2"/>
          </a:solidFill>
          <a:latin typeface="Tahoma" pitchFamily="34" charset="0"/>
        </a:defRPr>
      </a:lvl7pPr>
      <a:lvl8pPr marL="1110237" algn="l" rtl="0" fontAlgn="base">
        <a:spcBef>
          <a:spcPct val="0"/>
        </a:spcBef>
        <a:spcAft>
          <a:spcPct val="0"/>
        </a:spcAft>
        <a:defRPr sz="3500">
          <a:solidFill>
            <a:schemeClr val="tx2"/>
          </a:solidFill>
          <a:latin typeface="Tahoma" pitchFamily="34" charset="0"/>
        </a:defRPr>
      </a:lvl8pPr>
      <a:lvl9pPr marL="1480316" algn="l" rtl="0" fontAlgn="base">
        <a:spcBef>
          <a:spcPct val="0"/>
        </a:spcBef>
        <a:spcAft>
          <a:spcPct val="0"/>
        </a:spcAft>
        <a:defRPr sz="3500">
          <a:solidFill>
            <a:schemeClr val="tx2"/>
          </a:solidFill>
          <a:latin typeface="Tahoma" pitchFamily="34" charset="0"/>
        </a:defRPr>
      </a:lvl9pPr>
    </p:titleStyle>
    <p:bodyStyle>
      <a:lvl1pPr marL="276597" indent="-276597" algn="l" rtl="0" eaLnBrk="0" fontAlgn="base" hangingPunct="0">
        <a:spcBef>
          <a:spcPct val="20000"/>
        </a:spcBef>
        <a:spcAft>
          <a:spcPct val="0"/>
        </a:spcAft>
        <a:buClr>
          <a:schemeClr val="folHlink"/>
        </a:buClr>
        <a:buSzPct val="60000"/>
        <a:buFont typeface="Wingdings" pitchFamily="2" charset="2"/>
        <a:buChar char="n"/>
        <a:defRPr sz="2600">
          <a:solidFill>
            <a:schemeClr val="tx1"/>
          </a:solidFill>
          <a:latin typeface="+mn-lt"/>
          <a:ea typeface="+mn-ea"/>
          <a:cs typeface="+mn-cs"/>
        </a:defRPr>
      </a:lvl1pPr>
      <a:lvl2pPr marL="601345" indent="-230683" algn="l" rtl="0" eaLnBrk="0" fontAlgn="base" hangingPunct="0">
        <a:spcBef>
          <a:spcPct val="20000"/>
        </a:spcBef>
        <a:spcAft>
          <a:spcPct val="0"/>
        </a:spcAft>
        <a:buClr>
          <a:schemeClr val="hlink"/>
        </a:buClr>
        <a:buSzPct val="55000"/>
        <a:buFont typeface="Wingdings" pitchFamily="2" charset="2"/>
        <a:buChar char="n"/>
        <a:defRPr sz="2300">
          <a:solidFill>
            <a:schemeClr val="tx1"/>
          </a:solidFill>
          <a:latin typeface="+mn-lt"/>
        </a:defRPr>
      </a:lvl2pPr>
      <a:lvl3pPr marL="924973" indent="-184771" algn="l" rtl="0" eaLnBrk="0" fontAlgn="base" hangingPunct="0">
        <a:spcBef>
          <a:spcPct val="20000"/>
        </a:spcBef>
        <a:spcAft>
          <a:spcPct val="0"/>
        </a:spcAft>
        <a:buClr>
          <a:schemeClr val="folHlink"/>
        </a:buClr>
        <a:buSzPct val="50000"/>
        <a:buFont typeface="Wingdings" pitchFamily="2" charset="2"/>
        <a:buChar char="n"/>
        <a:defRPr sz="2000">
          <a:solidFill>
            <a:schemeClr val="tx1"/>
          </a:solidFill>
          <a:latin typeface="+mn-lt"/>
        </a:defRPr>
      </a:lvl3pPr>
      <a:lvl4pPr marL="1294515" indent="-184771" algn="l" rtl="0" eaLnBrk="0" fontAlgn="base" hangingPunct="0">
        <a:spcBef>
          <a:spcPct val="20000"/>
        </a:spcBef>
        <a:spcAft>
          <a:spcPct val="0"/>
        </a:spcAft>
        <a:buClr>
          <a:schemeClr val="accent2"/>
        </a:buClr>
        <a:buSzPct val="55000"/>
        <a:buFont typeface="Wingdings" pitchFamily="2" charset="2"/>
        <a:buChar char="n"/>
        <a:defRPr sz="1600">
          <a:solidFill>
            <a:schemeClr val="tx1"/>
          </a:solidFill>
          <a:latin typeface="+mn-lt"/>
        </a:defRPr>
      </a:lvl4pPr>
      <a:lvl5pPr marL="1665176" indent="-184771" algn="l" rtl="0" eaLnBrk="0" fontAlgn="base" hangingPunct="0">
        <a:spcBef>
          <a:spcPct val="20000"/>
        </a:spcBef>
        <a:spcAft>
          <a:spcPct val="0"/>
        </a:spcAft>
        <a:buClr>
          <a:schemeClr val="accent1"/>
        </a:buClr>
        <a:buSzPct val="50000"/>
        <a:buFont typeface="Wingdings" pitchFamily="2" charset="2"/>
        <a:buChar char="n"/>
        <a:defRPr sz="1600">
          <a:solidFill>
            <a:schemeClr val="tx1"/>
          </a:solidFill>
          <a:latin typeface="+mn-lt"/>
        </a:defRPr>
      </a:lvl5pPr>
      <a:lvl6pPr marL="2035435" indent="-185040" algn="l" rtl="0" fontAlgn="base">
        <a:spcBef>
          <a:spcPct val="20000"/>
        </a:spcBef>
        <a:spcAft>
          <a:spcPct val="0"/>
        </a:spcAft>
        <a:buClr>
          <a:schemeClr val="accent1"/>
        </a:buClr>
        <a:buSzPct val="50000"/>
        <a:buFont typeface="Wingdings" pitchFamily="2" charset="2"/>
        <a:buChar char="n"/>
        <a:defRPr sz="1600">
          <a:solidFill>
            <a:schemeClr val="tx1"/>
          </a:solidFill>
          <a:latin typeface="+mn-lt"/>
        </a:defRPr>
      </a:lvl6pPr>
      <a:lvl7pPr marL="2405513" indent="-185040" algn="l" rtl="0" fontAlgn="base">
        <a:spcBef>
          <a:spcPct val="20000"/>
        </a:spcBef>
        <a:spcAft>
          <a:spcPct val="0"/>
        </a:spcAft>
        <a:buClr>
          <a:schemeClr val="accent1"/>
        </a:buClr>
        <a:buSzPct val="50000"/>
        <a:buFont typeface="Wingdings" pitchFamily="2" charset="2"/>
        <a:buChar char="n"/>
        <a:defRPr sz="1600">
          <a:solidFill>
            <a:schemeClr val="tx1"/>
          </a:solidFill>
          <a:latin typeface="+mn-lt"/>
        </a:defRPr>
      </a:lvl7pPr>
      <a:lvl8pPr marL="2775592" indent="-185040" algn="l" rtl="0" fontAlgn="base">
        <a:spcBef>
          <a:spcPct val="20000"/>
        </a:spcBef>
        <a:spcAft>
          <a:spcPct val="0"/>
        </a:spcAft>
        <a:buClr>
          <a:schemeClr val="accent1"/>
        </a:buClr>
        <a:buSzPct val="50000"/>
        <a:buFont typeface="Wingdings" pitchFamily="2" charset="2"/>
        <a:buChar char="n"/>
        <a:defRPr sz="1600">
          <a:solidFill>
            <a:schemeClr val="tx1"/>
          </a:solidFill>
          <a:latin typeface="+mn-lt"/>
        </a:defRPr>
      </a:lvl8pPr>
      <a:lvl9pPr marL="3145671" indent="-185040" algn="l" rtl="0" fontAlgn="base">
        <a:spcBef>
          <a:spcPct val="20000"/>
        </a:spcBef>
        <a:spcAft>
          <a:spcPct val="0"/>
        </a:spcAft>
        <a:buClr>
          <a:schemeClr val="accent1"/>
        </a:buClr>
        <a:buSzPct val="50000"/>
        <a:buFont typeface="Wingdings" pitchFamily="2" charset="2"/>
        <a:buChar char="n"/>
        <a:defRPr sz="1600">
          <a:solidFill>
            <a:schemeClr val="tx1"/>
          </a:solidFill>
          <a:latin typeface="+mn-lt"/>
        </a:defRPr>
      </a:lvl9pPr>
    </p:bodyStyle>
    <p:otherStyle>
      <a:defPPr>
        <a:defRPr lang="en-US"/>
      </a:defPPr>
      <a:lvl1pPr marL="0" algn="l" defTabSz="740158" rtl="0" eaLnBrk="1" latinLnBrk="0" hangingPunct="1">
        <a:defRPr sz="1500" kern="1200">
          <a:solidFill>
            <a:schemeClr val="tx1"/>
          </a:solidFill>
          <a:latin typeface="+mn-lt"/>
          <a:ea typeface="+mn-ea"/>
          <a:cs typeface="+mn-cs"/>
        </a:defRPr>
      </a:lvl1pPr>
      <a:lvl2pPr marL="370079" algn="l" defTabSz="740158" rtl="0" eaLnBrk="1" latinLnBrk="0" hangingPunct="1">
        <a:defRPr sz="1500" kern="1200">
          <a:solidFill>
            <a:schemeClr val="tx1"/>
          </a:solidFill>
          <a:latin typeface="+mn-lt"/>
          <a:ea typeface="+mn-ea"/>
          <a:cs typeface="+mn-cs"/>
        </a:defRPr>
      </a:lvl2pPr>
      <a:lvl3pPr marL="740158" algn="l" defTabSz="740158" rtl="0" eaLnBrk="1" latinLnBrk="0" hangingPunct="1">
        <a:defRPr sz="1500" kern="1200">
          <a:solidFill>
            <a:schemeClr val="tx1"/>
          </a:solidFill>
          <a:latin typeface="+mn-lt"/>
          <a:ea typeface="+mn-ea"/>
          <a:cs typeface="+mn-cs"/>
        </a:defRPr>
      </a:lvl3pPr>
      <a:lvl4pPr marL="1110237" algn="l" defTabSz="740158" rtl="0" eaLnBrk="1" latinLnBrk="0" hangingPunct="1">
        <a:defRPr sz="1500" kern="1200">
          <a:solidFill>
            <a:schemeClr val="tx1"/>
          </a:solidFill>
          <a:latin typeface="+mn-lt"/>
          <a:ea typeface="+mn-ea"/>
          <a:cs typeface="+mn-cs"/>
        </a:defRPr>
      </a:lvl4pPr>
      <a:lvl5pPr marL="1480316" algn="l" defTabSz="740158" rtl="0" eaLnBrk="1" latinLnBrk="0" hangingPunct="1">
        <a:defRPr sz="1500" kern="1200">
          <a:solidFill>
            <a:schemeClr val="tx1"/>
          </a:solidFill>
          <a:latin typeface="+mn-lt"/>
          <a:ea typeface="+mn-ea"/>
          <a:cs typeface="+mn-cs"/>
        </a:defRPr>
      </a:lvl5pPr>
      <a:lvl6pPr marL="1850395" algn="l" defTabSz="740158" rtl="0" eaLnBrk="1" latinLnBrk="0" hangingPunct="1">
        <a:defRPr sz="1500" kern="1200">
          <a:solidFill>
            <a:schemeClr val="tx1"/>
          </a:solidFill>
          <a:latin typeface="+mn-lt"/>
          <a:ea typeface="+mn-ea"/>
          <a:cs typeface="+mn-cs"/>
        </a:defRPr>
      </a:lvl6pPr>
      <a:lvl7pPr marL="2220474" algn="l" defTabSz="740158" rtl="0" eaLnBrk="1" latinLnBrk="0" hangingPunct="1">
        <a:defRPr sz="1500" kern="1200">
          <a:solidFill>
            <a:schemeClr val="tx1"/>
          </a:solidFill>
          <a:latin typeface="+mn-lt"/>
          <a:ea typeface="+mn-ea"/>
          <a:cs typeface="+mn-cs"/>
        </a:defRPr>
      </a:lvl7pPr>
      <a:lvl8pPr marL="2590553" algn="l" defTabSz="740158" rtl="0" eaLnBrk="1" latinLnBrk="0" hangingPunct="1">
        <a:defRPr sz="1500" kern="1200">
          <a:solidFill>
            <a:schemeClr val="tx1"/>
          </a:solidFill>
          <a:latin typeface="+mn-lt"/>
          <a:ea typeface="+mn-ea"/>
          <a:cs typeface="+mn-cs"/>
        </a:defRPr>
      </a:lvl8pPr>
      <a:lvl9pPr marL="2960632" algn="l" defTabSz="740158" rtl="0" eaLnBrk="1" latinLnBrk="0" hangingPunct="1">
        <a:defRPr sz="15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tags" Target="../tags/tag1.xml"/></Relationships>
</file>

<file path=ppt/slides/_rels/slide2.xml.rels><?xml version="1.0" encoding="UTF-8" standalone="yes"?>
<Relationships xmlns="http://schemas.openxmlformats.org/package/2006/relationships"><Relationship Id="rId3" Type="http://schemas.openxmlformats.org/officeDocument/2006/relationships/hyperlink" Target="https://liveexample.pearsoncmg.com/html/LoanCalculator.html" TargetMode="External"/><Relationship Id="rId2" Type="http://schemas.openxmlformats.org/officeDocument/2006/relationships/image" Target="../media/image1.png"/><Relationship Id="rId1" Type="http://schemas.openxmlformats.org/officeDocument/2006/relationships/slideLayout" Target="../slideLayouts/slideLayout12.xml"/><Relationship Id="rId4" Type="http://schemas.openxmlformats.org/officeDocument/2006/relationships/hyperlink" Target="html/LoanCalculator.bat" TargetMode="Externa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2.xml"/><Relationship Id="rId5" Type="http://schemas.openxmlformats.org/officeDocument/2006/relationships/hyperlink" Target="html/HandleEvent.bat" TargetMode="External"/><Relationship Id="rId4" Type="http://schemas.openxmlformats.org/officeDocument/2006/relationships/hyperlink" Target="https://liveexample.pearsoncmg.com/html/HandleEvent.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hyperlink" Target="winword%20TestCircleWithConstructors.java" TargetMode="Externa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3" Type="http://schemas.openxmlformats.org/officeDocument/2006/relationships/hyperlink" Target="https://liveexample.pearsoncmg.com/html/ControlCircleWithoutEventHandling.html" TargetMode="External"/><Relationship Id="rId2" Type="http://schemas.openxmlformats.org/officeDocument/2006/relationships/image" Target="../media/image10.png"/><Relationship Id="rId1" Type="http://schemas.openxmlformats.org/officeDocument/2006/relationships/slideLayout" Target="../slideLayouts/slideLayout12.xml"/><Relationship Id="rId4" Type="http://schemas.openxmlformats.org/officeDocument/2006/relationships/hyperlink" Target="html/ControlCircleWithoutEventHandling.bat"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12.xml"/><Relationship Id="rId5" Type="http://schemas.openxmlformats.org/officeDocument/2006/relationships/hyperlink" Target="html/ControlCircle.bat" TargetMode="External"/><Relationship Id="rId4" Type="http://schemas.openxmlformats.org/officeDocument/2006/relationships/hyperlink" Target="https://liveexample.pearsoncmg.com/html/ControlCircle.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2" Type="http://schemas.openxmlformats.org/officeDocument/2006/relationships/hyperlink" Target="https://liveexample.pearsoncmg.com/html/ShowInnerClass.html" TargetMode="External"/><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12.xml"/><Relationship Id="rId5" Type="http://schemas.openxmlformats.org/officeDocument/2006/relationships/hyperlink" Target="html/AnonymousHandlerDemo.bat" TargetMode="External"/><Relationship Id="rId4" Type="http://schemas.openxmlformats.org/officeDocument/2006/relationships/hyperlink" Target="https://liveexample.pearsoncmg.com/html/AnonymousHandlerDemo.html" TargetMode="External"/></Relationships>
</file>

<file path=ppt/slides/_rels/slide30.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oleObject" Target="../embeddings/oleObject1.bin"/><Relationship Id="rId1" Type="http://schemas.openxmlformats.org/officeDocument/2006/relationships/slideLayout" Target="../slideLayouts/slideLayout1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3.xml.rels><?xml version="1.0" encoding="UTF-8" standalone="yes"?>
<Relationships xmlns="http://schemas.openxmlformats.org/package/2006/relationships"><Relationship Id="rId3" Type="http://schemas.openxmlformats.org/officeDocument/2006/relationships/hyperlink" Target="html/AnonymousHandlerDemo.bat" TargetMode="External"/><Relationship Id="rId2" Type="http://schemas.openxmlformats.org/officeDocument/2006/relationships/hyperlink" Target="https://liveexample.pearsoncmg.com/html/LambdaHandlerDemo.html" TargetMode="External"/><Relationship Id="rId1" Type="http://schemas.openxmlformats.org/officeDocument/2006/relationships/slideLayout" Target="../slideLayouts/slideLayout12.xml"/></Relationships>
</file>

<file path=ppt/slides/_rels/slide3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3" Type="http://schemas.openxmlformats.org/officeDocument/2006/relationships/hyperlink" Target="https://liveexample.pearsoncmg.com/html/MouseEventDemo.html" TargetMode="External"/><Relationship Id="rId2" Type="http://schemas.openxmlformats.org/officeDocument/2006/relationships/image" Target="../media/image19.png"/><Relationship Id="rId1" Type="http://schemas.openxmlformats.org/officeDocument/2006/relationships/slideLayout" Target="../slideLayouts/slideLayout12.xml"/><Relationship Id="rId4" Type="http://schemas.openxmlformats.org/officeDocument/2006/relationships/hyperlink" Target="html/MouseEventDemo.bat" TargetMode="External"/></Relationships>
</file>

<file path=ppt/slides/_rels/slide3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3" Type="http://schemas.openxmlformats.org/officeDocument/2006/relationships/hyperlink" Target="https://liveexample.pearsoncmg.com/html/KeyEventDemo.html" TargetMode="External"/><Relationship Id="rId2" Type="http://schemas.openxmlformats.org/officeDocument/2006/relationships/image" Target="../media/image21.png"/><Relationship Id="rId1" Type="http://schemas.openxmlformats.org/officeDocument/2006/relationships/slideLayout" Target="../slideLayouts/slideLayout12.xml"/><Relationship Id="rId4" Type="http://schemas.openxmlformats.org/officeDocument/2006/relationships/hyperlink" Target="html/KeyEventDemo.bat" TargetMode="External"/></Relationships>
</file>

<file path=ppt/slides/_rels/slide38.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2.xml"/></Relationships>
</file>

<file path=ppt/slides/_rels/slide40.xml.rels><?xml version="1.0" encoding="UTF-8" standalone="yes"?>
<Relationships xmlns="http://schemas.openxmlformats.org/package/2006/relationships"><Relationship Id="rId3" Type="http://schemas.openxmlformats.org/officeDocument/2006/relationships/hyperlink" Target="https://liveexample.pearsoncmg.com/html/ControlCircleWithMouseAndKey.html" TargetMode="External"/><Relationship Id="rId2" Type="http://schemas.openxmlformats.org/officeDocument/2006/relationships/image" Target="../media/image24.png"/><Relationship Id="rId1" Type="http://schemas.openxmlformats.org/officeDocument/2006/relationships/slideLayout" Target="../slideLayouts/slideLayout12.xml"/><Relationship Id="rId4" Type="http://schemas.openxmlformats.org/officeDocument/2006/relationships/hyperlink" Target="html/ControlCircleWithMouseAndKey.bat"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43.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1.xml"/><Relationship Id="rId1" Type="http://schemas.openxmlformats.org/officeDocument/2006/relationships/tags" Target="../tags/tag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2"/>
          <p:cNvSpPr>
            <a:spLocks noChangeArrowheads="1"/>
          </p:cNvSpPr>
          <p:nvPr/>
        </p:nvSpPr>
        <p:spPr bwMode="auto">
          <a:xfrm>
            <a:off x="1028700" y="1866900"/>
            <a:ext cx="7881938" cy="13001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cap="sq">
                <a:solidFill>
                  <a:srgbClr val="000000"/>
                </a:solidFill>
                <a:miter lim="800000"/>
                <a:headEnd type="none" w="sm" len="sm"/>
                <a:tailEnd type="none" w="sm" len="sm"/>
              </a14:hiddenLine>
            </a:ext>
          </a:extLst>
        </p:spPr>
        <p:txBody>
          <a:bodyPr lIns="74016" tIns="37008" rIns="74016" bIns="37008" anchor="ctr"/>
          <a:lstStyle>
            <a:lvl1pPr>
              <a:defRPr sz="2400">
                <a:solidFill>
                  <a:schemeClr val="tx1"/>
                </a:solidFill>
                <a:latin typeface="Times New Roman" pitchFamily="18" charset="0"/>
                <a:ea typeface="MS PGothic" pitchFamily="34" charset="-128"/>
              </a:defRPr>
            </a:lvl1pPr>
            <a:lvl2pPr marL="742950" indent="-285750">
              <a:defRPr sz="2400">
                <a:solidFill>
                  <a:schemeClr val="tx1"/>
                </a:solidFill>
                <a:latin typeface="Times New Roman" pitchFamily="18" charset="0"/>
                <a:ea typeface="MS PGothic" pitchFamily="34" charset="-128"/>
              </a:defRPr>
            </a:lvl2pPr>
            <a:lvl3pPr marL="1143000" indent="-228600">
              <a:defRPr sz="2400">
                <a:solidFill>
                  <a:schemeClr val="tx1"/>
                </a:solidFill>
                <a:latin typeface="Times New Roman" pitchFamily="18" charset="0"/>
                <a:ea typeface="MS PGothic" pitchFamily="34" charset="-128"/>
              </a:defRPr>
            </a:lvl3pPr>
            <a:lvl4pPr marL="1600200" indent="-228600">
              <a:defRPr sz="2400">
                <a:solidFill>
                  <a:schemeClr val="tx1"/>
                </a:solidFill>
                <a:latin typeface="Times New Roman" pitchFamily="18" charset="0"/>
                <a:ea typeface="MS PGothic" pitchFamily="34" charset="-128"/>
              </a:defRPr>
            </a:lvl4pPr>
            <a:lvl5pPr marL="2057400" indent="-228600">
              <a:defRPr sz="2400">
                <a:solidFill>
                  <a:schemeClr val="tx1"/>
                </a:solidFill>
                <a:latin typeface="Times New Roman" pitchFamily="18" charset="0"/>
                <a:ea typeface="MS PGothic" pitchFamily="34" charset="-128"/>
              </a:defRPr>
            </a:lvl5pPr>
            <a:lvl6pPr marL="2514600" indent="-228600" eaLnBrk="0" fontAlgn="base" hangingPunct="0">
              <a:spcBef>
                <a:spcPct val="0"/>
              </a:spcBef>
              <a:spcAft>
                <a:spcPct val="0"/>
              </a:spcAft>
              <a:defRPr sz="2400">
                <a:solidFill>
                  <a:schemeClr val="tx1"/>
                </a:solidFill>
                <a:latin typeface="Times New Roman" pitchFamily="18" charset="0"/>
                <a:ea typeface="MS PGothic" pitchFamily="34" charset="-128"/>
              </a:defRPr>
            </a:lvl6pPr>
            <a:lvl7pPr marL="2971800" indent="-228600" eaLnBrk="0" fontAlgn="base" hangingPunct="0">
              <a:spcBef>
                <a:spcPct val="0"/>
              </a:spcBef>
              <a:spcAft>
                <a:spcPct val="0"/>
              </a:spcAft>
              <a:defRPr sz="2400">
                <a:solidFill>
                  <a:schemeClr val="tx1"/>
                </a:solidFill>
                <a:latin typeface="Times New Roman" pitchFamily="18" charset="0"/>
                <a:ea typeface="MS PGothic" pitchFamily="34" charset="-128"/>
              </a:defRPr>
            </a:lvl7pPr>
            <a:lvl8pPr marL="3429000" indent="-228600" eaLnBrk="0" fontAlgn="base" hangingPunct="0">
              <a:spcBef>
                <a:spcPct val="0"/>
              </a:spcBef>
              <a:spcAft>
                <a:spcPct val="0"/>
              </a:spcAft>
              <a:defRPr sz="2400">
                <a:solidFill>
                  <a:schemeClr val="tx1"/>
                </a:solidFill>
                <a:latin typeface="Times New Roman" pitchFamily="18" charset="0"/>
                <a:ea typeface="MS PGothic" pitchFamily="34" charset="-128"/>
              </a:defRPr>
            </a:lvl8pPr>
            <a:lvl9pPr marL="3886200" indent="-228600" eaLnBrk="0" fontAlgn="base" hangingPunct="0">
              <a:spcBef>
                <a:spcPct val="0"/>
              </a:spcBef>
              <a:spcAft>
                <a:spcPct val="0"/>
              </a:spcAft>
              <a:defRPr sz="2400">
                <a:solidFill>
                  <a:schemeClr val="tx1"/>
                </a:solidFill>
                <a:latin typeface="Times New Roman" pitchFamily="18" charset="0"/>
                <a:ea typeface="MS PGothic" pitchFamily="34" charset="-128"/>
              </a:defRPr>
            </a:lvl9pPr>
          </a:lstStyle>
          <a:p>
            <a:pPr eaLnBrk="1" hangingPunct="1"/>
            <a:r>
              <a:rPr lang="en-US" altLang="en-US" sz="3600" b="1" dirty="0">
                <a:cs typeface="Times New Roman" panose="02020603050405020304" pitchFamily="18" charset="0"/>
              </a:rPr>
              <a:t>CCS3104 </a:t>
            </a:r>
          </a:p>
          <a:p>
            <a:pPr eaLnBrk="1" hangingPunct="1"/>
            <a:r>
              <a:rPr lang="en-US" altLang="en-US" sz="3600" b="1" dirty="0">
                <a:cs typeface="Times New Roman" panose="02020603050405020304" pitchFamily="18" charset="0"/>
              </a:rPr>
              <a:t>ADVANCED PROGRAMMING</a:t>
            </a:r>
            <a:br>
              <a:rPr lang="pl-PL" altLang="en-US" sz="3600" b="1" dirty="0">
                <a:cs typeface="Times New Roman" panose="02020603050405020304" pitchFamily="18" charset="0"/>
              </a:rPr>
            </a:br>
            <a:r>
              <a:rPr lang="en-US" altLang="en-US" sz="3600" b="1" dirty="0">
                <a:cs typeface="Times New Roman" panose="02020603050405020304" pitchFamily="18" charset="0"/>
              </a:rPr>
              <a:t>Chapter 2 Event-Driven Programming</a:t>
            </a:r>
          </a:p>
        </p:txBody>
      </p:sp>
      <p:sp>
        <p:nvSpPr>
          <p:cNvPr id="3075" name="Rectangle 3"/>
          <p:cNvSpPr>
            <a:spLocks noChangeArrowheads="1"/>
          </p:cNvSpPr>
          <p:nvPr/>
        </p:nvSpPr>
        <p:spPr bwMode="auto">
          <a:xfrm>
            <a:off x="533400" y="3733800"/>
            <a:ext cx="7620000" cy="3124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cap="sq">
                <a:solidFill>
                  <a:srgbClr val="000000"/>
                </a:solidFill>
                <a:miter lim="800000"/>
                <a:headEnd type="none" w="sm" len="sm"/>
                <a:tailEnd type="none" w="sm" len="sm"/>
              </a14:hiddenLine>
            </a:ext>
          </a:extLst>
        </p:spPr>
        <p:txBody>
          <a:bodyPr lIns="74016" tIns="37008" rIns="74016" bIns="37008"/>
          <a:lstStyle>
            <a:lvl1pPr>
              <a:defRPr sz="2400">
                <a:solidFill>
                  <a:schemeClr val="tx1"/>
                </a:solidFill>
                <a:latin typeface="Times New Roman" pitchFamily="18" charset="0"/>
                <a:ea typeface="MS PGothic" pitchFamily="34" charset="-128"/>
              </a:defRPr>
            </a:lvl1pPr>
            <a:lvl2pPr marL="742950" indent="-285750">
              <a:defRPr sz="2400">
                <a:solidFill>
                  <a:schemeClr val="tx1"/>
                </a:solidFill>
                <a:latin typeface="Times New Roman" pitchFamily="18" charset="0"/>
                <a:ea typeface="MS PGothic" pitchFamily="34" charset="-128"/>
              </a:defRPr>
            </a:lvl2pPr>
            <a:lvl3pPr marL="1143000" indent="-228600">
              <a:defRPr sz="2400">
                <a:solidFill>
                  <a:schemeClr val="tx1"/>
                </a:solidFill>
                <a:latin typeface="Times New Roman" pitchFamily="18" charset="0"/>
                <a:ea typeface="MS PGothic" pitchFamily="34" charset="-128"/>
              </a:defRPr>
            </a:lvl3pPr>
            <a:lvl4pPr marL="1600200" indent="-228600">
              <a:defRPr sz="2400">
                <a:solidFill>
                  <a:schemeClr val="tx1"/>
                </a:solidFill>
                <a:latin typeface="Times New Roman" pitchFamily="18" charset="0"/>
                <a:ea typeface="MS PGothic" pitchFamily="34" charset="-128"/>
              </a:defRPr>
            </a:lvl4pPr>
            <a:lvl5pPr marL="2057400" indent="-228600">
              <a:defRPr sz="2400">
                <a:solidFill>
                  <a:schemeClr val="tx1"/>
                </a:solidFill>
                <a:latin typeface="Times New Roman" pitchFamily="18" charset="0"/>
                <a:ea typeface="MS PGothic" pitchFamily="34" charset="-128"/>
              </a:defRPr>
            </a:lvl5pPr>
            <a:lvl6pPr marL="2514600" indent="-228600" eaLnBrk="0" fontAlgn="base" hangingPunct="0">
              <a:spcBef>
                <a:spcPct val="0"/>
              </a:spcBef>
              <a:spcAft>
                <a:spcPct val="0"/>
              </a:spcAft>
              <a:defRPr sz="2400">
                <a:solidFill>
                  <a:schemeClr val="tx1"/>
                </a:solidFill>
                <a:latin typeface="Times New Roman" pitchFamily="18" charset="0"/>
                <a:ea typeface="MS PGothic" pitchFamily="34" charset="-128"/>
              </a:defRPr>
            </a:lvl6pPr>
            <a:lvl7pPr marL="2971800" indent="-228600" eaLnBrk="0" fontAlgn="base" hangingPunct="0">
              <a:spcBef>
                <a:spcPct val="0"/>
              </a:spcBef>
              <a:spcAft>
                <a:spcPct val="0"/>
              </a:spcAft>
              <a:defRPr sz="2400">
                <a:solidFill>
                  <a:schemeClr val="tx1"/>
                </a:solidFill>
                <a:latin typeface="Times New Roman" pitchFamily="18" charset="0"/>
                <a:ea typeface="MS PGothic" pitchFamily="34" charset="-128"/>
              </a:defRPr>
            </a:lvl7pPr>
            <a:lvl8pPr marL="3429000" indent="-228600" eaLnBrk="0" fontAlgn="base" hangingPunct="0">
              <a:spcBef>
                <a:spcPct val="0"/>
              </a:spcBef>
              <a:spcAft>
                <a:spcPct val="0"/>
              </a:spcAft>
              <a:defRPr sz="2400">
                <a:solidFill>
                  <a:schemeClr val="tx1"/>
                </a:solidFill>
                <a:latin typeface="Times New Roman" pitchFamily="18" charset="0"/>
                <a:ea typeface="MS PGothic" pitchFamily="34" charset="-128"/>
              </a:defRPr>
            </a:lvl8pPr>
            <a:lvl9pPr marL="3886200" indent="-228600" eaLnBrk="0" fontAlgn="base" hangingPunct="0">
              <a:spcBef>
                <a:spcPct val="0"/>
              </a:spcBef>
              <a:spcAft>
                <a:spcPct val="0"/>
              </a:spcAft>
              <a:defRPr sz="2400">
                <a:solidFill>
                  <a:schemeClr val="tx1"/>
                </a:solidFill>
                <a:latin typeface="Times New Roman" pitchFamily="18" charset="0"/>
                <a:ea typeface="MS PGothic" pitchFamily="34" charset="-128"/>
              </a:defRPr>
            </a:lvl9pPr>
          </a:lstStyle>
          <a:p>
            <a:pPr algn="ctr" eaLnBrk="1" hangingPunct="1">
              <a:spcBef>
                <a:spcPct val="20000"/>
              </a:spcBef>
              <a:buClr>
                <a:schemeClr val="folHlink"/>
              </a:buClr>
              <a:buSzPct val="60000"/>
              <a:buFont typeface="Wingdings" pitchFamily="2" charset="2"/>
              <a:buNone/>
            </a:pPr>
            <a:endParaRPr lang="en-US" altLang="en-US" sz="1100" dirty="0">
              <a:latin typeface="Tw Cen MT Condensed Extra Bold" pitchFamily="34" charset="0"/>
            </a:endParaRPr>
          </a:p>
          <a:p>
            <a:pPr algn="ctr" eaLnBrk="1" hangingPunct="1">
              <a:spcBef>
                <a:spcPct val="20000"/>
              </a:spcBef>
              <a:buClr>
                <a:schemeClr val="folHlink"/>
              </a:buClr>
              <a:buSzPct val="60000"/>
              <a:buFont typeface="Wingdings" pitchFamily="2" charset="2"/>
              <a:buNone/>
            </a:pPr>
            <a:endParaRPr lang="pl-PL" altLang="en-US" sz="1100" dirty="0"/>
          </a:p>
        </p:txBody>
      </p:sp>
    </p:spTree>
    <p:custDataLst>
      <p:tags r:id="rId1"/>
    </p:custDataLst>
  </p:cSld>
  <p:clrMapOvr>
    <a:masterClrMapping/>
  </p:clrMapOvr>
  <p:transition spd="slow"/>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9" name="Rectangle 2"/>
          <p:cNvSpPr>
            <a:spLocks noGrp="1" noChangeArrowheads="1"/>
          </p:cNvSpPr>
          <p:nvPr>
            <p:ph type="title"/>
          </p:nvPr>
        </p:nvSpPr>
        <p:spPr>
          <a:xfrm>
            <a:off x="152400" y="228600"/>
            <a:ext cx="8763000" cy="1066800"/>
          </a:xfrm>
        </p:spPr>
        <p:txBody>
          <a:bodyPr/>
          <a:lstStyle/>
          <a:p>
            <a:pPr algn="ctr">
              <a:defRPr/>
            </a:pPr>
            <a:r>
              <a:rPr lang="en-US" sz="4800" b="1" dirty="0">
                <a:solidFill>
                  <a:schemeClr val="tx1"/>
                </a:solidFill>
                <a:latin typeface="Times New Roman" panose="02020603050405020304" pitchFamily="18" charset="0"/>
                <a:ea typeface="ＭＳ Ｐゴシック" charset="0"/>
                <a:cs typeface="Times New Roman" panose="02020603050405020304" pitchFamily="18" charset="0"/>
              </a:rPr>
              <a:t>Motivations</a:t>
            </a:r>
          </a:p>
        </p:txBody>
      </p:sp>
      <p:sp>
        <p:nvSpPr>
          <p:cNvPr id="4100" name="Rectangle 3"/>
          <p:cNvSpPr>
            <a:spLocks noGrp="1" noChangeArrowheads="1"/>
          </p:cNvSpPr>
          <p:nvPr>
            <p:ph idx="1"/>
          </p:nvPr>
        </p:nvSpPr>
        <p:spPr>
          <a:xfrm>
            <a:off x="228600" y="1295400"/>
            <a:ext cx="5257800" cy="4648200"/>
          </a:xfrm>
        </p:spPr>
        <p:txBody>
          <a:bodyPr/>
          <a:lstStyle/>
          <a:p>
            <a:pPr marL="0" indent="0">
              <a:buFont typeface="Monotype Sorts" charset="0"/>
              <a:buNone/>
              <a:defRPr/>
            </a:pPr>
            <a:r>
              <a:rPr lang="en-US" sz="2800" dirty="0">
                <a:latin typeface="Times New Roman" panose="02020603050405020304" pitchFamily="18" charset="0"/>
                <a:ea typeface="ＭＳ Ｐゴシック" charset="0"/>
                <a:cs typeface="Times New Roman" panose="02020603050405020304" pitchFamily="18" charset="0"/>
              </a:rPr>
              <a:t>Suppose you want to write a GUI program that lets the user enter a loan amount, annual interest rate, and number of years and click the </a:t>
            </a:r>
            <a:r>
              <a:rPr lang="en-US" sz="2800" i="1" dirty="0">
                <a:latin typeface="Times New Roman" panose="02020603050405020304" pitchFamily="18" charset="0"/>
                <a:ea typeface="ＭＳ Ｐゴシック" charset="0"/>
                <a:cs typeface="Times New Roman" panose="02020603050405020304" pitchFamily="18" charset="0"/>
              </a:rPr>
              <a:t>Compute Payment</a:t>
            </a:r>
            <a:r>
              <a:rPr lang="en-US" sz="2800" dirty="0">
                <a:latin typeface="Times New Roman" panose="02020603050405020304" pitchFamily="18" charset="0"/>
                <a:ea typeface="ＭＳ Ｐゴシック" charset="0"/>
                <a:cs typeface="Times New Roman" panose="02020603050405020304" pitchFamily="18" charset="0"/>
              </a:rPr>
              <a:t> button to obtain the monthly payment and total payment. How do you accomplish the task? You have to use </a:t>
            </a:r>
            <a:r>
              <a:rPr lang="en-US" sz="2800" i="1" dirty="0">
                <a:latin typeface="Times New Roman" panose="02020603050405020304" pitchFamily="18" charset="0"/>
                <a:ea typeface="ＭＳ Ｐゴシック" charset="0"/>
                <a:cs typeface="Times New Roman" panose="02020603050405020304" pitchFamily="18" charset="0"/>
              </a:rPr>
              <a:t>event-driven programming</a:t>
            </a:r>
            <a:r>
              <a:rPr lang="en-US" sz="2800" dirty="0">
                <a:latin typeface="Times New Roman" panose="02020603050405020304" pitchFamily="18" charset="0"/>
                <a:ea typeface="ＭＳ Ｐゴシック" charset="0"/>
                <a:cs typeface="Times New Roman" panose="02020603050405020304" pitchFamily="18" charset="0"/>
              </a:rPr>
              <a:t> to write the code to respond to the button-clicking event.</a:t>
            </a:r>
          </a:p>
        </p:txBody>
      </p:sp>
      <p:pic>
        <p:nvPicPr>
          <p:cNvPr id="58373" name="Picture 5"/>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10200" y="1376363"/>
            <a:ext cx="3506788" cy="24336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 name="Rectangle 8">
            <a:hlinkClick r:id="rId3"/>
          </p:cNvPr>
          <p:cNvSpPr>
            <a:spLocks noChangeArrowheads="1"/>
          </p:cNvSpPr>
          <p:nvPr/>
        </p:nvSpPr>
        <p:spPr bwMode="auto">
          <a:xfrm>
            <a:off x="5651500" y="5486400"/>
            <a:ext cx="2324100" cy="381000"/>
          </a:xfrm>
          <a:prstGeom prst="rect">
            <a:avLst/>
          </a:prstGeom>
          <a:solidFill>
            <a:srgbClr val="92D050"/>
          </a:solidFill>
          <a:ln>
            <a:noFill/>
          </a:ln>
          <a:extLst>
            <a:ext uri="{91240B29-F687-4F45-9708-019B960494DF}">
              <a14:hiddenLine xmlns:a14="http://schemas.microsoft.com/office/drawing/2010/main" w="12700" algn="ctr">
                <a:solidFill>
                  <a:srgbClr val="000000"/>
                </a:solidFill>
                <a:round/>
                <a:headEnd type="none" w="sm" len="sm"/>
                <a:tailEnd type="none" w="sm" len="sm"/>
              </a14:hiddenLine>
            </a:ext>
          </a:extLst>
        </p:spPr>
        <p:txBody>
          <a:bodyPr/>
          <a:lstStyle>
            <a:lvl1pPr>
              <a:spcBef>
                <a:spcPct val="20000"/>
              </a:spcBef>
              <a:buClr>
                <a:schemeClr val="tx2"/>
              </a:buClr>
              <a:buSzPct val="75000"/>
              <a:buFont typeface="Monotype Sorts"/>
              <a:buChar char="F"/>
              <a:defRPr sz="3200">
                <a:solidFill>
                  <a:schemeClr val="tx1"/>
                </a:solidFill>
                <a:latin typeface="Times New Roman" pitchFamily="18" charset="0"/>
              </a:defRPr>
            </a:lvl1pPr>
            <a:lvl2pPr marL="742950" indent="-285750">
              <a:spcBef>
                <a:spcPct val="20000"/>
              </a:spcBef>
              <a:buClr>
                <a:schemeClr val="tx1"/>
              </a:buClr>
              <a:buChar char="–"/>
              <a:defRPr sz="2800">
                <a:solidFill>
                  <a:schemeClr val="tx1"/>
                </a:solidFill>
                <a:latin typeface="Times New Roman" pitchFamily="18" charset="0"/>
              </a:defRPr>
            </a:lvl2pPr>
            <a:lvl3pPr marL="1143000" indent="-228600">
              <a:spcBef>
                <a:spcPct val="20000"/>
              </a:spcBef>
              <a:buClr>
                <a:schemeClr val="accent2"/>
              </a:buClr>
              <a:buSzPct val="65000"/>
              <a:buFont typeface="Monotype Sorts"/>
              <a:buChar char="u"/>
              <a:defRPr sz="2400">
                <a:solidFill>
                  <a:schemeClr val="tx1"/>
                </a:solidFill>
                <a:latin typeface="Times New Roman" pitchFamily="18" charset="0"/>
              </a:defRPr>
            </a:lvl3pPr>
            <a:lvl4pPr marL="1600200" indent="-228600">
              <a:spcBef>
                <a:spcPct val="20000"/>
              </a:spcBef>
              <a:buClr>
                <a:schemeClr val="tx1"/>
              </a:buClr>
              <a:buChar char="–"/>
              <a:defRPr sz="2000">
                <a:solidFill>
                  <a:schemeClr val="tx1"/>
                </a:solidFill>
                <a:latin typeface="Times New Roman" pitchFamily="18" charset="0"/>
              </a:defRPr>
            </a:lvl4pPr>
            <a:lvl5pPr marL="2057400" indent="-228600">
              <a:spcBef>
                <a:spcPct val="20000"/>
              </a:spcBef>
              <a:buClr>
                <a:schemeClr val="tx2"/>
              </a:buClr>
              <a:buChar char="•"/>
              <a:defRPr sz="2000">
                <a:solidFill>
                  <a:schemeClr val="tx1"/>
                </a:solidFill>
                <a:latin typeface="Times New Roman" pitchFamily="18" charset="0"/>
              </a:defRPr>
            </a:lvl5pPr>
            <a:lvl6pPr marL="2514600" indent="-228600" eaLnBrk="0" fontAlgn="base" hangingPunct="0">
              <a:spcBef>
                <a:spcPct val="20000"/>
              </a:spcBef>
              <a:spcAft>
                <a:spcPct val="0"/>
              </a:spcAft>
              <a:buClr>
                <a:schemeClr val="tx2"/>
              </a:buClr>
              <a:buChar char="•"/>
              <a:defRPr sz="2000">
                <a:solidFill>
                  <a:schemeClr val="tx1"/>
                </a:solidFill>
                <a:latin typeface="Times New Roman" pitchFamily="18" charset="0"/>
              </a:defRPr>
            </a:lvl6pPr>
            <a:lvl7pPr marL="2971800" indent="-228600" eaLnBrk="0" fontAlgn="base" hangingPunct="0">
              <a:spcBef>
                <a:spcPct val="20000"/>
              </a:spcBef>
              <a:spcAft>
                <a:spcPct val="0"/>
              </a:spcAft>
              <a:buClr>
                <a:schemeClr val="tx2"/>
              </a:buClr>
              <a:buChar char="•"/>
              <a:defRPr sz="2000">
                <a:solidFill>
                  <a:schemeClr val="tx1"/>
                </a:solidFill>
                <a:latin typeface="Times New Roman" pitchFamily="18" charset="0"/>
              </a:defRPr>
            </a:lvl7pPr>
            <a:lvl8pPr marL="3429000" indent="-228600" eaLnBrk="0" fontAlgn="base" hangingPunct="0">
              <a:spcBef>
                <a:spcPct val="20000"/>
              </a:spcBef>
              <a:spcAft>
                <a:spcPct val="0"/>
              </a:spcAft>
              <a:buClr>
                <a:schemeClr val="tx2"/>
              </a:buClr>
              <a:buChar char="•"/>
              <a:defRPr sz="2000">
                <a:solidFill>
                  <a:schemeClr val="tx1"/>
                </a:solidFill>
                <a:latin typeface="Times New Roman" pitchFamily="18" charset="0"/>
              </a:defRPr>
            </a:lvl8pPr>
            <a:lvl9pPr marL="3886200" indent="-228600" eaLnBrk="0" fontAlgn="base" hangingPunct="0">
              <a:spcBef>
                <a:spcPct val="20000"/>
              </a:spcBef>
              <a:spcAft>
                <a:spcPct val="0"/>
              </a:spcAft>
              <a:buClr>
                <a:schemeClr val="tx2"/>
              </a:buClr>
              <a:buChar char="•"/>
              <a:defRPr sz="2000">
                <a:solidFill>
                  <a:schemeClr val="tx1"/>
                </a:solidFill>
                <a:latin typeface="Times New Roman" pitchFamily="18" charset="0"/>
              </a:defRPr>
            </a:lvl9pPr>
          </a:lstStyle>
          <a:p>
            <a:pPr algn="ctr">
              <a:spcBef>
                <a:spcPct val="0"/>
              </a:spcBef>
              <a:buClrTx/>
              <a:buSzTx/>
              <a:buFontTx/>
              <a:buNone/>
            </a:pPr>
            <a:r>
              <a:rPr lang="en-US" altLang="en-US" sz="2000" dirty="0" err="1"/>
              <a:t>LoanCalculator</a:t>
            </a:r>
            <a:endParaRPr lang="en-US" altLang="en-US" sz="2000" dirty="0"/>
          </a:p>
        </p:txBody>
      </p:sp>
      <p:sp>
        <p:nvSpPr>
          <p:cNvPr id="10" name="AutoShape 10">
            <a:hlinkClick r:id="rId4" action="ppaction://program" highlightClick="1"/>
          </p:cNvPr>
          <p:cNvSpPr>
            <a:spLocks noChangeArrowheads="1"/>
          </p:cNvSpPr>
          <p:nvPr/>
        </p:nvSpPr>
        <p:spPr bwMode="auto">
          <a:xfrm>
            <a:off x="8077200" y="5486400"/>
            <a:ext cx="698500" cy="381000"/>
          </a:xfrm>
          <a:prstGeom prst="actionButtonBlank">
            <a:avLst/>
          </a:prstGeom>
          <a:solidFill>
            <a:srgbClr val="38A1BA"/>
          </a:solidFill>
          <a:ln>
            <a:noFill/>
          </a:ln>
          <a:effectLst>
            <a:prstShdw prst="shdw17" dist="17961" dir="2700000">
              <a:srgbClr val="226170"/>
            </a:prstShdw>
          </a:effectLst>
          <a:extLst>
            <a:ext uri="{91240B29-F687-4F45-9708-019B960494DF}">
              <a14:hiddenLine xmlns:a14="http://schemas.microsoft.com/office/drawing/2010/main" w="19050">
                <a:solidFill>
                  <a:schemeClr val="tx1"/>
                </a:solidFill>
                <a:miter lim="800000"/>
                <a:headEnd type="none" w="sm" len="sm"/>
                <a:tailEnd type="none" w="sm" len="sm"/>
              </a14:hiddenLine>
            </a:ext>
          </a:extLst>
        </p:spPr>
        <p:txBody>
          <a:bodyPr wrap="none" anchor="ctr"/>
          <a:lstStyle>
            <a:lvl1pPr>
              <a:spcBef>
                <a:spcPct val="20000"/>
              </a:spcBef>
              <a:buClr>
                <a:schemeClr val="tx2"/>
              </a:buClr>
              <a:buSzPct val="75000"/>
              <a:buFont typeface="Monotype Sorts"/>
              <a:buChar char="F"/>
              <a:defRPr sz="3200">
                <a:solidFill>
                  <a:schemeClr val="tx1"/>
                </a:solidFill>
                <a:latin typeface="Times New Roman" pitchFamily="18" charset="0"/>
              </a:defRPr>
            </a:lvl1pPr>
            <a:lvl2pPr marL="742950" indent="-285750">
              <a:spcBef>
                <a:spcPct val="20000"/>
              </a:spcBef>
              <a:buClr>
                <a:schemeClr val="tx1"/>
              </a:buClr>
              <a:buChar char="–"/>
              <a:defRPr sz="2800">
                <a:solidFill>
                  <a:schemeClr val="tx1"/>
                </a:solidFill>
                <a:latin typeface="Times New Roman" pitchFamily="18" charset="0"/>
              </a:defRPr>
            </a:lvl2pPr>
            <a:lvl3pPr marL="1143000" indent="-228600">
              <a:spcBef>
                <a:spcPct val="20000"/>
              </a:spcBef>
              <a:buClr>
                <a:schemeClr val="accent2"/>
              </a:buClr>
              <a:buSzPct val="65000"/>
              <a:buFont typeface="Monotype Sorts"/>
              <a:buChar char="u"/>
              <a:defRPr sz="2400">
                <a:solidFill>
                  <a:schemeClr val="tx1"/>
                </a:solidFill>
                <a:latin typeface="Times New Roman" pitchFamily="18" charset="0"/>
              </a:defRPr>
            </a:lvl3pPr>
            <a:lvl4pPr marL="1600200" indent="-228600">
              <a:spcBef>
                <a:spcPct val="20000"/>
              </a:spcBef>
              <a:buClr>
                <a:schemeClr val="tx1"/>
              </a:buClr>
              <a:buChar char="–"/>
              <a:defRPr sz="2000">
                <a:solidFill>
                  <a:schemeClr val="tx1"/>
                </a:solidFill>
                <a:latin typeface="Times New Roman" pitchFamily="18" charset="0"/>
              </a:defRPr>
            </a:lvl4pPr>
            <a:lvl5pPr marL="2057400" indent="-228600">
              <a:spcBef>
                <a:spcPct val="20000"/>
              </a:spcBef>
              <a:buClr>
                <a:schemeClr val="tx2"/>
              </a:buClr>
              <a:buChar char="•"/>
              <a:defRPr sz="2000">
                <a:solidFill>
                  <a:schemeClr val="tx1"/>
                </a:solidFill>
                <a:latin typeface="Times New Roman" pitchFamily="18" charset="0"/>
              </a:defRPr>
            </a:lvl5pPr>
            <a:lvl6pPr marL="2514600" indent="-228600" eaLnBrk="0" fontAlgn="base" hangingPunct="0">
              <a:spcBef>
                <a:spcPct val="20000"/>
              </a:spcBef>
              <a:spcAft>
                <a:spcPct val="0"/>
              </a:spcAft>
              <a:buClr>
                <a:schemeClr val="tx2"/>
              </a:buClr>
              <a:buChar char="•"/>
              <a:defRPr sz="2000">
                <a:solidFill>
                  <a:schemeClr val="tx1"/>
                </a:solidFill>
                <a:latin typeface="Times New Roman" pitchFamily="18" charset="0"/>
              </a:defRPr>
            </a:lvl6pPr>
            <a:lvl7pPr marL="2971800" indent="-228600" eaLnBrk="0" fontAlgn="base" hangingPunct="0">
              <a:spcBef>
                <a:spcPct val="20000"/>
              </a:spcBef>
              <a:spcAft>
                <a:spcPct val="0"/>
              </a:spcAft>
              <a:buClr>
                <a:schemeClr val="tx2"/>
              </a:buClr>
              <a:buChar char="•"/>
              <a:defRPr sz="2000">
                <a:solidFill>
                  <a:schemeClr val="tx1"/>
                </a:solidFill>
                <a:latin typeface="Times New Roman" pitchFamily="18" charset="0"/>
              </a:defRPr>
            </a:lvl7pPr>
            <a:lvl8pPr marL="3429000" indent="-228600" eaLnBrk="0" fontAlgn="base" hangingPunct="0">
              <a:spcBef>
                <a:spcPct val="20000"/>
              </a:spcBef>
              <a:spcAft>
                <a:spcPct val="0"/>
              </a:spcAft>
              <a:buClr>
                <a:schemeClr val="tx2"/>
              </a:buClr>
              <a:buChar char="•"/>
              <a:defRPr sz="2000">
                <a:solidFill>
                  <a:schemeClr val="tx1"/>
                </a:solidFill>
                <a:latin typeface="Times New Roman" pitchFamily="18" charset="0"/>
              </a:defRPr>
            </a:lvl8pPr>
            <a:lvl9pPr marL="3886200" indent="-228600" eaLnBrk="0" fontAlgn="base" hangingPunct="0">
              <a:spcBef>
                <a:spcPct val="20000"/>
              </a:spcBef>
              <a:spcAft>
                <a:spcPct val="0"/>
              </a:spcAft>
              <a:buClr>
                <a:schemeClr val="tx2"/>
              </a:buClr>
              <a:buChar char="•"/>
              <a:defRPr sz="2000">
                <a:solidFill>
                  <a:schemeClr val="tx1"/>
                </a:solidFill>
                <a:latin typeface="Times New Roman" pitchFamily="18" charset="0"/>
              </a:defRPr>
            </a:lvl9pPr>
          </a:lstStyle>
          <a:p>
            <a:pPr algn="ctr">
              <a:spcBef>
                <a:spcPct val="0"/>
              </a:spcBef>
              <a:buClrTx/>
              <a:buSzTx/>
              <a:buFontTx/>
              <a:buNone/>
            </a:pPr>
            <a:r>
              <a:rPr lang="en-US" altLang="en-US" sz="1800">
                <a:latin typeface="Book Antiqua" pitchFamily="18" charset="0"/>
              </a:rPr>
              <a:t>Run</a:t>
            </a:r>
            <a:endParaRPr lang="en-US" altLang="en-US" sz="1800"/>
          </a:p>
        </p:txBody>
      </p:sp>
    </p:spTree>
  </p:cSld>
  <p:clrMapOvr>
    <a:masterClrMapping/>
  </p:clrMapOvr>
  <p:transition>
    <p:wipe dir="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3" name="Rectangle 2"/>
          <p:cNvSpPr>
            <a:spLocks noGrp="1" noChangeArrowheads="1"/>
          </p:cNvSpPr>
          <p:nvPr>
            <p:ph type="title"/>
          </p:nvPr>
        </p:nvSpPr>
        <p:spPr>
          <a:xfrm>
            <a:off x="533400" y="152400"/>
            <a:ext cx="7772400" cy="457200"/>
          </a:xfrm>
        </p:spPr>
        <p:txBody>
          <a:bodyPr/>
          <a:lstStyle/>
          <a:p>
            <a:pPr algn="ctr">
              <a:defRPr/>
            </a:pPr>
            <a:r>
              <a:rPr lang="en-US" sz="3600" b="1" dirty="0">
                <a:solidFill>
                  <a:schemeClr val="tx1"/>
                </a:solidFill>
                <a:latin typeface="Times New Roman" panose="02020603050405020304" pitchFamily="18" charset="0"/>
                <a:ea typeface="ＭＳ Ｐゴシック" charset="0"/>
                <a:cs typeface="Times New Roman" panose="02020603050405020304" pitchFamily="18" charset="0"/>
              </a:rPr>
              <a:t>Objectives</a:t>
            </a:r>
          </a:p>
        </p:txBody>
      </p:sp>
      <p:sp>
        <p:nvSpPr>
          <p:cNvPr id="5124" name="Rectangle 3"/>
          <p:cNvSpPr>
            <a:spLocks noGrp="1" noChangeArrowheads="1"/>
          </p:cNvSpPr>
          <p:nvPr>
            <p:ph idx="1"/>
          </p:nvPr>
        </p:nvSpPr>
        <p:spPr>
          <a:xfrm>
            <a:off x="190500" y="990600"/>
            <a:ext cx="8991600" cy="5562600"/>
          </a:xfrm>
        </p:spPr>
        <p:txBody>
          <a:bodyPr/>
          <a:lstStyle/>
          <a:p>
            <a:pPr>
              <a:buFont typeface="Wingdings" pitchFamily="2" charset="2"/>
              <a:buChar char="§"/>
              <a:defRPr/>
            </a:pPr>
            <a:r>
              <a:rPr lang="en-US" sz="2000" dirty="0">
                <a:latin typeface="Times New Roman" panose="02020603050405020304" pitchFamily="18" charset="0"/>
                <a:cs typeface="Times New Roman" panose="02020603050405020304" pitchFamily="18" charset="0"/>
              </a:rPr>
              <a:t>To get a taste of event-driven programming (§15.1).</a:t>
            </a:r>
          </a:p>
          <a:p>
            <a:pPr>
              <a:buFont typeface="Wingdings" pitchFamily="2" charset="2"/>
              <a:buChar char="§"/>
              <a:defRPr/>
            </a:pPr>
            <a:r>
              <a:rPr lang="en-US" sz="2000" dirty="0">
                <a:latin typeface="Times New Roman" panose="02020603050405020304" pitchFamily="18" charset="0"/>
                <a:cs typeface="Times New Roman" panose="02020603050405020304" pitchFamily="18" charset="0"/>
              </a:rPr>
              <a:t>To describe events, event sources, and event classes (§15.2).</a:t>
            </a:r>
          </a:p>
          <a:p>
            <a:pPr>
              <a:buFont typeface="Wingdings" pitchFamily="2" charset="2"/>
              <a:buChar char="§"/>
              <a:defRPr/>
            </a:pPr>
            <a:r>
              <a:rPr lang="en-US" sz="2000" dirty="0">
                <a:latin typeface="Times New Roman" panose="02020603050405020304" pitchFamily="18" charset="0"/>
                <a:cs typeface="Times New Roman" panose="02020603050405020304" pitchFamily="18" charset="0"/>
              </a:rPr>
              <a:t>To define handler classes, register handler objects with the source object, and write the code to handle events (§15.3).</a:t>
            </a:r>
          </a:p>
          <a:p>
            <a:pPr>
              <a:buFont typeface="Wingdings" pitchFamily="2" charset="2"/>
              <a:buChar char="§"/>
              <a:defRPr/>
            </a:pPr>
            <a:r>
              <a:rPr lang="en-US" sz="2000" dirty="0">
                <a:latin typeface="Times New Roman" panose="02020603050405020304" pitchFamily="18" charset="0"/>
                <a:cs typeface="Times New Roman" panose="02020603050405020304" pitchFamily="18" charset="0"/>
              </a:rPr>
              <a:t>To define handler classes using inner classes (§15.4).</a:t>
            </a:r>
          </a:p>
          <a:p>
            <a:pPr>
              <a:buFont typeface="Wingdings" pitchFamily="2" charset="2"/>
              <a:buChar char="§"/>
              <a:defRPr/>
            </a:pPr>
            <a:r>
              <a:rPr lang="en-US" sz="2000" dirty="0">
                <a:latin typeface="Times New Roman" panose="02020603050405020304" pitchFamily="18" charset="0"/>
                <a:cs typeface="Times New Roman" panose="02020603050405020304" pitchFamily="18" charset="0"/>
              </a:rPr>
              <a:t>To define handler classes using anonymous inner classes (§15.5).</a:t>
            </a:r>
          </a:p>
          <a:p>
            <a:pPr>
              <a:buFont typeface="Wingdings" pitchFamily="2" charset="2"/>
              <a:buChar char="§"/>
              <a:defRPr/>
            </a:pPr>
            <a:r>
              <a:rPr lang="en-US" sz="2000" dirty="0">
                <a:latin typeface="Times New Roman" panose="02020603050405020304" pitchFamily="18" charset="0"/>
                <a:cs typeface="Times New Roman" panose="02020603050405020304" pitchFamily="18" charset="0"/>
              </a:rPr>
              <a:t>To simplify event handling using lambda expressions (§15.6).</a:t>
            </a:r>
          </a:p>
          <a:p>
            <a:pPr>
              <a:buFont typeface="Wingdings" pitchFamily="2" charset="2"/>
              <a:buChar char="§"/>
              <a:defRPr/>
            </a:pPr>
            <a:r>
              <a:rPr lang="en-US" sz="2000" dirty="0">
                <a:latin typeface="Times New Roman" panose="02020603050405020304" pitchFamily="18" charset="0"/>
                <a:cs typeface="Times New Roman" panose="02020603050405020304" pitchFamily="18" charset="0"/>
              </a:rPr>
              <a:t>To develop a GUI application for a loan calculator (§15.7).</a:t>
            </a:r>
          </a:p>
          <a:p>
            <a:pPr>
              <a:buFont typeface="Wingdings" pitchFamily="2" charset="2"/>
              <a:buChar char="§"/>
              <a:defRPr/>
            </a:pPr>
            <a:r>
              <a:rPr lang="en-US" sz="2000" dirty="0">
                <a:latin typeface="Times New Roman" panose="02020603050405020304" pitchFamily="18" charset="0"/>
                <a:cs typeface="Times New Roman" panose="02020603050405020304" pitchFamily="18" charset="0"/>
              </a:rPr>
              <a:t>To write programs to deal with </a:t>
            </a:r>
            <a:r>
              <a:rPr lang="en-US" sz="2000" b="1" dirty="0" err="1">
                <a:latin typeface="Times New Roman" panose="02020603050405020304" pitchFamily="18" charset="0"/>
                <a:cs typeface="Times New Roman" panose="02020603050405020304" pitchFamily="18" charset="0"/>
              </a:rPr>
              <a:t>MouseEvent</a:t>
            </a:r>
            <a:r>
              <a:rPr lang="en-US" sz="2000" dirty="0" err="1">
                <a:latin typeface="Times New Roman" panose="02020603050405020304" pitchFamily="18" charset="0"/>
                <a:cs typeface="Times New Roman" panose="02020603050405020304" pitchFamily="18" charset="0"/>
              </a:rPr>
              <a:t>s</a:t>
            </a:r>
            <a:r>
              <a:rPr lang="en-US" sz="2000" dirty="0">
                <a:latin typeface="Times New Roman" panose="02020603050405020304" pitchFamily="18" charset="0"/>
                <a:cs typeface="Times New Roman" panose="02020603050405020304" pitchFamily="18" charset="0"/>
              </a:rPr>
              <a:t> (§15.8).</a:t>
            </a:r>
          </a:p>
          <a:p>
            <a:pPr>
              <a:buFont typeface="Wingdings" pitchFamily="2" charset="2"/>
              <a:buChar char="§"/>
              <a:defRPr/>
            </a:pPr>
            <a:r>
              <a:rPr lang="en-US" sz="2000" dirty="0">
                <a:latin typeface="Times New Roman" panose="02020603050405020304" pitchFamily="18" charset="0"/>
                <a:cs typeface="Times New Roman" panose="02020603050405020304" pitchFamily="18" charset="0"/>
              </a:rPr>
              <a:t>To write programs to deal with </a:t>
            </a:r>
            <a:r>
              <a:rPr lang="en-US" sz="2000" b="1" dirty="0" err="1">
                <a:latin typeface="Times New Roman" panose="02020603050405020304" pitchFamily="18" charset="0"/>
                <a:cs typeface="Times New Roman" panose="02020603050405020304" pitchFamily="18" charset="0"/>
              </a:rPr>
              <a:t>KeyEvent</a:t>
            </a:r>
            <a:r>
              <a:rPr lang="en-US" sz="2000" dirty="0" err="1">
                <a:latin typeface="Times New Roman" panose="02020603050405020304" pitchFamily="18" charset="0"/>
                <a:cs typeface="Times New Roman" panose="02020603050405020304" pitchFamily="18" charset="0"/>
              </a:rPr>
              <a:t>s</a:t>
            </a:r>
            <a:r>
              <a:rPr lang="en-US" sz="2000" dirty="0">
                <a:latin typeface="Times New Roman" panose="02020603050405020304" pitchFamily="18" charset="0"/>
                <a:cs typeface="Times New Roman" panose="02020603050405020304" pitchFamily="18" charset="0"/>
              </a:rPr>
              <a:t> (§15.9).</a:t>
            </a:r>
          </a:p>
        </p:txBody>
      </p:sp>
    </p:spTree>
  </p:cSld>
  <p:clrMapOvr>
    <a:masterClrMapping/>
  </p:clrMapOvr>
  <p:transition>
    <p:wipe dir="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7" name="Rectangle 2"/>
          <p:cNvSpPr>
            <a:spLocks noGrp="1" noChangeArrowheads="1"/>
          </p:cNvSpPr>
          <p:nvPr>
            <p:ph type="title"/>
          </p:nvPr>
        </p:nvSpPr>
        <p:spPr>
          <a:xfrm>
            <a:off x="685800" y="304800"/>
            <a:ext cx="7772400" cy="1123950"/>
          </a:xfrm>
        </p:spPr>
        <p:txBody>
          <a:bodyPr/>
          <a:lstStyle/>
          <a:p>
            <a:pPr algn="ctr">
              <a:defRPr/>
            </a:pPr>
            <a:r>
              <a:rPr lang="en-US" sz="4800" b="1" dirty="0">
                <a:solidFill>
                  <a:schemeClr val="tx1"/>
                </a:solidFill>
                <a:latin typeface="Times New Roman" panose="02020603050405020304" pitchFamily="18" charset="0"/>
                <a:ea typeface="ＭＳ Ｐゴシック" charset="0"/>
                <a:cs typeface="Times New Roman" panose="02020603050405020304" pitchFamily="18" charset="0"/>
              </a:rPr>
              <a:t>Procedural vs. Event-Driven Programming</a:t>
            </a:r>
          </a:p>
        </p:txBody>
      </p:sp>
      <p:sp>
        <p:nvSpPr>
          <p:cNvPr id="6148" name="Rectangle 3"/>
          <p:cNvSpPr>
            <a:spLocks noGrp="1" noChangeArrowheads="1"/>
          </p:cNvSpPr>
          <p:nvPr>
            <p:ph idx="1"/>
          </p:nvPr>
        </p:nvSpPr>
        <p:spPr>
          <a:xfrm>
            <a:off x="381000" y="2286000"/>
            <a:ext cx="8305800" cy="2590800"/>
          </a:xfrm>
        </p:spPr>
        <p:txBody>
          <a:bodyPr/>
          <a:lstStyle/>
          <a:p>
            <a:pPr>
              <a:buFont typeface="Wingdings" charset="0"/>
              <a:buChar char="§"/>
              <a:defRPr/>
            </a:pPr>
            <a:r>
              <a:rPr lang="en-US" sz="3200" i="1" dirty="0">
                <a:latin typeface="Times New Roman" panose="02020603050405020304" pitchFamily="18" charset="0"/>
                <a:ea typeface="ＭＳ Ｐゴシック" charset="0"/>
                <a:cs typeface="Times New Roman" panose="02020603050405020304" pitchFamily="18" charset="0"/>
              </a:rPr>
              <a:t>Procedural programming</a:t>
            </a:r>
            <a:r>
              <a:rPr lang="en-US" sz="3200" dirty="0">
                <a:latin typeface="Times New Roman" panose="02020603050405020304" pitchFamily="18" charset="0"/>
                <a:ea typeface="ＭＳ Ｐゴシック" charset="0"/>
                <a:cs typeface="Times New Roman" panose="02020603050405020304" pitchFamily="18" charset="0"/>
              </a:rPr>
              <a:t> is executed in procedural order.</a:t>
            </a:r>
          </a:p>
          <a:p>
            <a:pPr>
              <a:spcBef>
                <a:spcPct val="100000"/>
              </a:spcBef>
              <a:buFont typeface="Wingdings" charset="0"/>
              <a:buChar char="§"/>
              <a:defRPr/>
            </a:pPr>
            <a:r>
              <a:rPr lang="en-US" sz="3200" dirty="0">
                <a:latin typeface="Times New Roman" panose="02020603050405020304" pitchFamily="18" charset="0"/>
                <a:ea typeface="ＭＳ Ｐゴシック" charset="0"/>
                <a:cs typeface="Times New Roman" panose="02020603050405020304" pitchFamily="18" charset="0"/>
              </a:rPr>
              <a:t>In event-driven programming, code is executed upon activation of events. </a:t>
            </a:r>
          </a:p>
        </p:txBody>
      </p:sp>
    </p:spTree>
  </p:cSld>
  <p:clrMapOvr>
    <a:masterClrMapping/>
  </p:clrMapOvr>
  <p:transition>
    <p:wipe dir="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1" name="Rectangle 2"/>
          <p:cNvSpPr>
            <a:spLocks noGrp="1" noChangeArrowheads="1"/>
          </p:cNvSpPr>
          <p:nvPr>
            <p:ph type="title"/>
          </p:nvPr>
        </p:nvSpPr>
        <p:spPr>
          <a:xfrm>
            <a:off x="304800" y="304800"/>
            <a:ext cx="8534400" cy="1143000"/>
          </a:xfrm>
        </p:spPr>
        <p:txBody>
          <a:bodyPr/>
          <a:lstStyle/>
          <a:p>
            <a:pPr algn="ctr">
              <a:defRPr/>
            </a:pPr>
            <a:r>
              <a:rPr lang="en-US" sz="4800" b="1" dirty="0">
                <a:solidFill>
                  <a:schemeClr val="tx1"/>
                </a:solidFill>
                <a:latin typeface="Times New Roman" panose="02020603050405020304" pitchFamily="18" charset="0"/>
                <a:ea typeface="ＭＳ Ｐゴシック" charset="0"/>
                <a:cs typeface="Times New Roman" panose="02020603050405020304" pitchFamily="18" charset="0"/>
              </a:rPr>
              <a:t>Taste of Event-Driven Programming</a:t>
            </a:r>
          </a:p>
        </p:txBody>
      </p:sp>
      <p:sp>
        <p:nvSpPr>
          <p:cNvPr id="7172" name="Rectangle 3"/>
          <p:cNvSpPr>
            <a:spLocks noGrp="1" noChangeArrowheads="1"/>
          </p:cNvSpPr>
          <p:nvPr>
            <p:ph idx="1"/>
          </p:nvPr>
        </p:nvSpPr>
        <p:spPr>
          <a:xfrm>
            <a:off x="304800" y="2133600"/>
            <a:ext cx="8305800" cy="1524000"/>
          </a:xfrm>
        </p:spPr>
        <p:txBody>
          <a:bodyPr/>
          <a:lstStyle/>
          <a:p>
            <a:pPr marL="0" indent="0">
              <a:lnSpc>
                <a:spcPct val="90000"/>
              </a:lnSpc>
              <a:buFont typeface="Monotype Sorts" charset="0"/>
              <a:buNone/>
              <a:defRPr/>
            </a:pPr>
            <a:r>
              <a:rPr lang="en-US" sz="3200" dirty="0">
                <a:latin typeface="Times New Roman" panose="02020603050405020304" pitchFamily="18" charset="0"/>
                <a:ea typeface="ＭＳ Ｐゴシック" charset="0"/>
                <a:cs typeface="Times New Roman" panose="02020603050405020304" pitchFamily="18" charset="0"/>
              </a:rPr>
              <a:t>The example displays a button in the frame. A message is displayed on the console when a button is clicked. </a:t>
            </a:r>
          </a:p>
        </p:txBody>
      </p:sp>
      <p:pic>
        <p:nvPicPr>
          <p:cNvPr id="7175" name="Picture 7"/>
          <p:cNvPicPr>
            <a:picLocks noChangeAspect="1" noChangeArrowheads="1"/>
          </p:cNvPicPr>
          <p:nvPr/>
        </p:nvPicPr>
        <p:blipFill>
          <a:blip r:embed="rId2" cstate="print"/>
          <a:srcRect/>
          <a:stretch>
            <a:fillRect/>
          </a:stretch>
        </p:blipFill>
        <p:spPr bwMode="auto">
          <a:xfrm>
            <a:off x="4267200" y="3657600"/>
            <a:ext cx="4343400" cy="14652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pic>
      <p:pic>
        <p:nvPicPr>
          <p:cNvPr id="7176" name="Picture 8"/>
          <p:cNvPicPr>
            <a:picLocks noChangeAspect="1" noChangeArrowheads="1"/>
          </p:cNvPicPr>
          <p:nvPr/>
        </p:nvPicPr>
        <p:blipFill>
          <a:blip r:embed="rId3" cstate="print"/>
          <a:srcRect/>
          <a:stretch>
            <a:fillRect/>
          </a:stretch>
        </p:blipFill>
        <p:spPr bwMode="auto">
          <a:xfrm>
            <a:off x="6324600" y="4724400"/>
            <a:ext cx="2438400" cy="1255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pic>
      <p:sp>
        <p:nvSpPr>
          <p:cNvPr id="10" name="Rectangle 9">
            <a:hlinkClick r:id="rId4"/>
          </p:cNvPr>
          <p:cNvSpPr>
            <a:spLocks noChangeArrowheads="1"/>
          </p:cNvSpPr>
          <p:nvPr/>
        </p:nvSpPr>
        <p:spPr bwMode="auto">
          <a:xfrm>
            <a:off x="584200" y="5599113"/>
            <a:ext cx="2324100" cy="381000"/>
          </a:xfrm>
          <a:prstGeom prst="rect">
            <a:avLst/>
          </a:prstGeom>
          <a:solidFill>
            <a:srgbClr val="92D050"/>
          </a:solidFill>
          <a:ln>
            <a:noFill/>
          </a:ln>
          <a:extLst>
            <a:ext uri="{91240B29-F687-4F45-9708-019B960494DF}">
              <a14:hiddenLine xmlns:a14="http://schemas.microsoft.com/office/drawing/2010/main" w="12700" algn="ctr">
                <a:solidFill>
                  <a:srgbClr val="000000"/>
                </a:solidFill>
                <a:round/>
                <a:headEnd type="none" w="sm" len="sm"/>
                <a:tailEnd type="none" w="sm" len="sm"/>
              </a14:hiddenLine>
            </a:ext>
          </a:extLst>
        </p:spPr>
        <p:txBody>
          <a:bodyPr/>
          <a:lstStyle>
            <a:lvl1pPr>
              <a:spcBef>
                <a:spcPct val="20000"/>
              </a:spcBef>
              <a:buClr>
                <a:schemeClr val="tx2"/>
              </a:buClr>
              <a:buSzPct val="75000"/>
              <a:buFont typeface="Monotype Sorts"/>
              <a:buChar char="F"/>
              <a:defRPr sz="3200">
                <a:solidFill>
                  <a:schemeClr val="tx1"/>
                </a:solidFill>
                <a:latin typeface="Times New Roman" pitchFamily="18" charset="0"/>
              </a:defRPr>
            </a:lvl1pPr>
            <a:lvl2pPr marL="742950" indent="-285750">
              <a:spcBef>
                <a:spcPct val="20000"/>
              </a:spcBef>
              <a:buClr>
                <a:schemeClr val="tx1"/>
              </a:buClr>
              <a:buChar char="–"/>
              <a:defRPr sz="2800">
                <a:solidFill>
                  <a:schemeClr val="tx1"/>
                </a:solidFill>
                <a:latin typeface="Times New Roman" pitchFamily="18" charset="0"/>
              </a:defRPr>
            </a:lvl2pPr>
            <a:lvl3pPr marL="1143000" indent="-228600">
              <a:spcBef>
                <a:spcPct val="20000"/>
              </a:spcBef>
              <a:buClr>
                <a:schemeClr val="accent2"/>
              </a:buClr>
              <a:buSzPct val="65000"/>
              <a:buFont typeface="Monotype Sorts"/>
              <a:buChar char="u"/>
              <a:defRPr sz="2400">
                <a:solidFill>
                  <a:schemeClr val="tx1"/>
                </a:solidFill>
                <a:latin typeface="Times New Roman" pitchFamily="18" charset="0"/>
              </a:defRPr>
            </a:lvl3pPr>
            <a:lvl4pPr marL="1600200" indent="-228600">
              <a:spcBef>
                <a:spcPct val="20000"/>
              </a:spcBef>
              <a:buClr>
                <a:schemeClr val="tx1"/>
              </a:buClr>
              <a:buChar char="–"/>
              <a:defRPr sz="2000">
                <a:solidFill>
                  <a:schemeClr val="tx1"/>
                </a:solidFill>
                <a:latin typeface="Times New Roman" pitchFamily="18" charset="0"/>
              </a:defRPr>
            </a:lvl4pPr>
            <a:lvl5pPr marL="2057400" indent="-228600">
              <a:spcBef>
                <a:spcPct val="20000"/>
              </a:spcBef>
              <a:buClr>
                <a:schemeClr val="tx2"/>
              </a:buClr>
              <a:buChar char="•"/>
              <a:defRPr sz="2000">
                <a:solidFill>
                  <a:schemeClr val="tx1"/>
                </a:solidFill>
                <a:latin typeface="Times New Roman" pitchFamily="18" charset="0"/>
              </a:defRPr>
            </a:lvl5pPr>
            <a:lvl6pPr marL="2514600" indent="-228600" eaLnBrk="0" fontAlgn="base" hangingPunct="0">
              <a:spcBef>
                <a:spcPct val="20000"/>
              </a:spcBef>
              <a:spcAft>
                <a:spcPct val="0"/>
              </a:spcAft>
              <a:buClr>
                <a:schemeClr val="tx2"/>
              </a:buClr>
              <a:buChar char="•"/>
              <a:defRPr sz="2000">
                <a:solidFill>
                  <a:schemeClr val="tx1"/>
                </a:solidFill>
                <a:latin typeface="Times New Roman" pitchFamily="18" charset="0"/>
              </a:defRPr>
            </a:lvl6pPr>
            <a:lvl7pPr marL="2971800" indent="-228600" eaLnBrk="0" fontAlgn="base" hangingPunct="0">
              <a:spcBef>
                <a:spcPct val="20000"/>
              </a:spcBef>
              <a:spcAft>
                <a:spcPct val="0"/>
              </a:spcAft>
              <a:buClr>
                <a:schemeClr val="tx2"/>
              </a:buClr>
              <a:buChar char="•"/>
              <a:defRPr sz="2000">
                <a:solidFill>
                  <a:schemeClr val="tx1"/>
                </a:solidFill>
                <a:latin typeface="Times New Roman" pitchFamily="18" charset="0"/>
              </a:defRPr>
            </a:lvl7pPr>
            <a:lvl8pPr marL="3429000" indent="-228600" eaLnBrk="0" fontAlgn="base" hangingPunct="0">
              <a:spcBef>
                <a:spcPct val="20000"/>
              </a:spcBef>
              <a:spcAft>
                <a:spcPct val="0"/>
              </a:spcAft>
              <a:buClr>
                <a:schemeClr val="tx2"/>
              </a:buClr>
              <a:buChar char="•"/>
              <a:defRPr sz="2000">
                <a:solidFill>
                  <a:schemeClr val="tx1"/>
                </a:solidFill>
                <a:latin typeface="Times New Roman" pitchFamily="18" charset="0"/>
              </a:defRPr>
            </a:lvl8pPr>
            <a:lvl9pPr marL="3886200" indent="-228600" eaLnBrk="0" fontAlgn="base" hangingPunct="0">
              <a:spcBef>
                <a:spcPct val="20000"/>
              </a:spcBef>
              <a:spcAft>
                <a:spcPct val="0"/>
              </a:spcAft>
              <a:buClr>
                <a:schemeClr val="tx2"/>
              </a:buClr>
              <a:buChar char="•"/>
              <a:defRPr sz="2000">
                <a:solidFill>
                  <a:schemeClr val="tx1"/>
                </a:solidFill>
                <a:latin typeface="Times New Roman" pitchFamily="18" charset="0"/>
              </a:defRPr>
            </a:lvl9pPr>
          </a:lstStyle>
          <a:p>
            <a:pPr algn="ctr">
              <a:spcBef>
                <a:spcPct val="0"/>
              </a:spcBef>
              <a:buClrTx/>
              <a:buSzTx/>
              <a:buFontTx/>
              <a:buNone/>
            </a:pPr>
            <a:r>
              <a:rPr lang="en-US" altLang="en-US" sz="2000"/>
              <a:t>HandleEvent</a:t>
            </a:r>
          </a:p>
        </p:txBody>
      </p:sp>
      <p:sp>
        <p:nvSpPr>
          <p:cNvPr id="11" name="AutoShape 10">
            <a:hlinkClick r:id="rId5" action="ppaction://program" highlightClick="1"/>
          </p:cNvPr>
          <p:cNvSpPr>
            <a:spLocks noChangeArrowheads="1"/>
          </p:cNvSpPr>
          <p:nvPr/>
        </p:nvSpPr>
        <p:spPr bwMode="auto">
          <a:xfrm>
            <a:off x="3009900" y="5599113"/>
            <a:ext cx="698500" cy="381000"/>
          </a:xfrm>
          <a:prstGeom prst="actionButtonBlank">
            <a:avLst/>
          </a:prstGeom>
          <a:solidFill>
            <a:srgbClr val="38A1BA"/>
          </a:solidFill>
          <a:ln>
            <a:noFill/>
          </a:ln>
          <a:effectLst>
            <a:prstShdw prst="shdw17" dist="17961" dir="2700000">
              <a:srgbClr val="226170"/>
            </a:prstShdw>
          </a:effectLst>
          <a:extLst>
            <a:ext uri="{91240B29-F687-4F45-9708-019B960494DF}">
              <a14:hiddenLine xmlns:a14="http://schemas.microsoft.com/office/drawing/2010/main" w="19050">
                <a:solidFill>
                  <a:schemeClr val="tx1"/>
                </a:solidFill>
                <a:miter lim="800000"/>
                <a:headEnd type="none" w="sm" len="sm"/>
                <a:tailEnd type="none" w="sm" len="sm"/>
              </a14:hiddenLine>
            </a:ext>
          </a:extLst>
        </p:spPr>
        <p:txBody>
          <a:bodyPr wrap="none" anchor="ctr"/>
          <a:lstStyle>
            <a:lvl1pPr>
              <a:spcBef>
                <a:spcPct val="20000"/>
              </a:spcBef>
              <a:buClr>
                <a:schemeClr val="tx2"/>
              </a:buClr>
              <a:buSzPct val="75000"/>
              <a:buFont typeface="Monotype Sorts"/>
              <a:buChar char="F"/>
              <a:defRPr sz="3200">
                <a:solidFill>
                  <a:schemeClr val="tx1"/>
                </a:solidFill>
                <a:latin typeface="Times New Roman" pitchFamily="18" charset="0"/>
              </a:defRPr>
            </a:lvl1pPr>
            <a:lvl2pPr marL="742950" indent="-285750">
              <a:spcBef>
                <a:spcPct val="20000"/>
              </a:spcBef>
              <a:buClr>
                <a:schemeClr val="tx1"/>
              </a:buClr>
              <a:buChar char="–"/>
              <a:defRPr sz="2800">
                <a:solidFill>
                  <a:schemeClr val="tx1"/>
                </a:solidFill>
                <a:latin typeface="Times New Roman" pitchFamily="18" charset="0"/>
              </a:defRPr>
            </a:lvl2pPr>
            <a:lvl3pPr marL="1143000" indent="-228600">
              <a:spcBef>
                <a:spcPct val="20000"/>
              </a:spcBef>
              <a:buClr>
                <a:schemeClr val="accent2"/>
              </a:buClr>
              <a:buSzPct val="65000"/>
              <a:buFont typeface="Monotype Sorts"/>
              <a:buChar char="u"/>
              <a:defRPr sz="2400">
                <a:solidFill>
                  <a:schemeClr val="tx1"/>
                </a:solidFill>
                <a:latin typeface="Times New Roman" pitchFamily="18" charset="0"/>
              </a:defRPr>
            </a:lvl3pPr>
            <a:lvl4pPr marL="1600200" indent="-228600">
              <a:spcBef>
                <a:spcPct val="20000"/>
              </a:spcBef>
              <a:buClr>
                <a:schemeClr val="tx1"/>
              </a:buClr>
              <a:buChar char="–"/>
              <a:defRPr sz="2000">
                <a:solidFill>
                  <a:schemeClr val="tx1"/>
                </a:solidFill>
                <a:latin typeface="Times New Roman" pitchFamily="18" charset="0"/>
              </a:defRPr>
            </a:lvl4pPr>
            <a:lvl5pPr marL="2057400" indent="-228600">
              <a:spcBef>
                <a:spcPct val="20000"/>
              </a:spcBef>
              <a:buClr>
                <a:schemeClr val="tx2"/>
              </a:buClr>
              <a:buChar char="•"/>
              <a:defRPr sz="2000">
                <a:solidFill>
                  <a:schemeClr val="tx1"/>
                </a:solidFill>
                <a:latin typeface="Times New Roman" pitchFamily="18" charset="0"/>
              </a:defRPr>
            </a:lvl5pPr>
            <a:lvl6pPr marL="2514600" indent="-228600" eaLnBrk="0" fontAlgn="base" hangingPunct="0">
              <a:spcBef>
                <a:spcPct val="20000"/>
              </a:spcBef>
              <a:spcAft>
                <a:spcPct val="0"/>
              </a:spcAft>
              <a:buClr>
                <a:schemeClr val="tx2"/>
              </a:buClr>
              <a:buChar char="•"/>
              <a:defRPr sz="2000">
                <a:solidFill>
                  <a:schemeClr val="tx1"/>
                </a:solidFill>
                <a:latin typeface="Times New Roman" pitchFamily="18" charset="0"/>
              </a:defRPr>
            </a:lvl6pPr>
            <a:lvl7pPr marL="2971800" indent="-228600" eaLnBrk="0" fontAlgn="base" hangingPunct="0">
              <a:spcBef>
                <a:spcPct val="20000"/>
              </a:spcBef>
              <a:spcAft>
                <a:spcPct val="0"/>
              </a:spcAft>
              <a:buClr>
                <a:schemeClr val="tx2"/>
              </a:buClr>
              <a:buChar char="•"/>
              <a:defRPr sz="2000">
                <a:solidFill>
                  <a:schemeClr val="tx1"/>
                </a:solidFill>
                <a:latin typeface="Times New Roman" pitchFamily="18" charset="0"/>
              </a:defRPr>
            </a:lvl7pPr>
            <a:lvl8pPr marL="3429000" indent="-228600" eaLnBrk="0" fontAlgn="base" hangingPunct="0">
              <a:spcBef>
                <a:spcPct val="20000"/>
              </a:spcBef>
              <a:spcAft>
                <a:spcPct val="0"/>
              </a:spcAft>
              <a:buClr>
                <a:schemeClr val="tx2"/>
              </a:buClr>
              <a:buChar char="•"/>
              <a:defRPr sz="2000">
                <a:solidFill>
                  <a:schemeClr val="tx1"/>
                </a:solidFill>
                <a:latin typeface="Times New Roman" pitchFamily="18" charset="0"/>
              </a:defRPr>
            </a:lvl8pPr>
            <a:lvl9pPr marL="3886200" indent="-228600" eaLnBrk="0" fontAlgn="base" hangingPunct="0">
              <a:spcBef>
                <a:spcPct val="20000"/>
              </a:spcBef>
              <a:spcAft>
                <a:spcPct val="0"/>
              </a:spcAft>
              <a:buClr>
                <a:schemeClr val="tx2"/>
              </a:buClr>
              <a:buChar char="•"/>
              <a:defRPr sz="2000">
                <a:solidFill>
                  <a:schemeClr val="tx1"/>
                </a:solidFill>
                <a:latin typeface="Times New Roman" pitchFamily="18" charset="0"/>
              </a:defRPr>
            </a:lvl9pPr>
          </a:lstStyle>
          <a:p>
            <a:pPr algn="ctr">
              <a:spcBef>
                <a:spcPct val="0"/>
              </a:spcBef>
              <a:buClrTx/>
              <a:buSzTx/>
              <a:buFontTx/>
              <a:buNone/>
            </a:pPr>
            <a:r>
              <a:rPr lang="en-US" altLang="en-US" sz="1800">
                <a:latin typeface="Book Antiqua" pitchFamily="18" charset="0"/>
              </a:rPr>
              <a:t>Run</a:t>
            </a:r>
            <a:endParaRPr lang="en-US" altLang="en-US" sz="1800"/>
          </a:p>
        </p:txBody>
      </p:sp>
    </p:spTree>
  </p:cSld>
  <p:clrMapOvr>
    <a:masterClrMapping/>
  </p:clrMapOvr>
  <p:transition>
    <p:wipe dir="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7" name="Rectangle 2"/>
          <p:cNvSpPr>
            <a:spLocks noChangeArrowheads="1"/>
          </p:cNvSpPr>
          <p:nvPr/>
        </p:nvSpPr>
        <p:spPr bwMode="auto">
          <a:xfrm>
            <a:off x="0" y="-33338"/>
            <a:ext cx="4572000" cy="56324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New Roman" pitchFamily="18" charset="0"/>
                <a:ea typeface="MS PGothic" pitchFamily="34" charset="-128"/>
              </a:defRPr>
            </a:lvl1pPr>
            <a:lvl2pPr marL="742950" indent="-285750">
              <a:defRPr sz="2400">
                <a:solidFill>
                  <a:schemeClr val="tx1"/>
                </a:solidFill>
                <a:latin typeface="Times New Roman" pitchFamily="18" charset="0"/>
                <a:ea typeface="MS PGothic" pitchFamily="34" charset="-128"/>
              </a:defRPr>
            </a:lvl2pPr>
            <a:lvl3pPr marL="1143000" indent="-228600">
              <a:defRPr sz="2400">
                <a:solidFill>
                  <a:schemeClr val="tx1"/>
                </a:solidFill>
                <a:latin typeface="Times New Roman" pitchFamily="18" charset="0"/>
                <a:ea typeface="MS PGothic" pitchFamily="34" charset="-128"/>
              </a:defRPr>
            </a:lvl3pPr>
            <a:lvl4pPr marL="1600200" indent="-228600">
              <a:defRPr sz="2400">
                <a:solidFill>
                  <a:schemeClr val="tx1"/>
                </a:solidFill>
                <a:latin typeface="Times New Roman" pitchFamily="18" charset="0"/>
                <a:ea typeface="MS PGothic" pitchFamily="34" charset="-128"/>
              </a:defRPr>
            </a:lvl4pPr>
            <a:lvl5pPr marL="2057400" indent="-228600">
              <a:defRPr sz="2400">
                <a:solidFill>
                  <a:schemeClr val="tx1"/>
                </a:solidFill>
                <a:latin typeface="Times New Roman" pitchFamily="18" charset="0"/>
                <a:ea typeface="MS PGothic" pitchFamily="34" charset="-128"/>
              </a:defRPr>
            </a:lvl5pPr>
            <a:lvl6pPr marL="2514600" indent="-228600" eaLnBrk="0" fontAlgn="base" hangingPunct="0">
              <a:spcBef>
                <a:spcPct val="0"/>
              </a:spcBef>
              <a:spcAft>
                <a:spcPct val="0"/>
              </a:spcAft>
              <a:defRPr sz="2400">
                <a:solidFill>
                  <a:schemeClr val="tx1"/>
                </a:solidFill>
                <a:latin typeface="Times New Roman" pitchFamily="18" charset="0"/>
                <a:ea typeface="MS PGothic" pitchFamily="34" charset="-128"/>
              </a:defRPr>
            </a:lvl6pPr>
            <a:lvl7pPr marL="2971800" indent="-228600" eaLnBrk="0" fontAlgn="base" hangingPunct="0">
              <a:spcBef>
                <a:spcPct val="0"/>
              </a:spcBef>
              <a:spcAft>
                <a:spcPct val="0"/>
              </a:spcAft>
              <a:defRPr sz="2400">
                <a:solidFill>
                  <a:schemeClr val="tx1"/>
                </a:solidFill>
                <a:latin typeface="Times New Roman" pitchFamily="18" charset="0"/>
                <a:ea typeface="MS PGothic" pitchFamily="34" charset="-128"/>
              </a:defRPr>
            </a:lvl7pPr>
            <a:lvl8pPr marL="3429000" indent="-228600" eaLnBrk="0" fontAlgn="base" hangingPunct="0">
              <a:spcBef>
                <a:spcPct val="0"/>
              </a:spcBef>
              <a:spcAft>
                <a:spcPct val="0"/>
              </a:spcAft>
              <a:defRPr sz="2400">
                <a:solidFill>
                  <a:schemeClr val="tx1"/>
                </a:solidFill>
                <a:latin typeface="Times New Roman" pitchFamily="18" charset="0"/>
                <a:ea typeface="MS PGothic" pitchFamily="34" charset="-128"/>
              </a:defRPr>
            </a:lvl8pPr>
            <a:lvl9pPr marL="3886200" indent="-228600" eaLnBrk="0" fontAlgn="base" hangingPunct="0">
              <a:spcBef>
                <a:spcPct val="0"/>
              </a:spcBef>
              <a:spcAft>
                <a:spcPct val="0"/>
              </a:spcAft>
              <a:defRPr sz="2400">
                <a:solidFill>
                  <a:schemeClr val="tx1"/>
                </a:solidFill>
                <a:latin typeface="Times New Roman" pitchFamily="18" charset="0"/>
                <a:ea typeface="MS PGothic" pitchFamily="34" charset="-128"/>
              </a:defRPr>
            </a:lvl9pPr>
          </a:lstStyle>
          <a:p>
            <a:r>
              <a:rPr lang="en-US" altLang="en-US" sz="1200"/>
              <a:t>import javafx.application.Application;</a:t>
            </a:r>
          </a:p>
          <a:p>
            <a:r>
              <a:rPr lang="en-US" altLang="en-US" sz="1200"/>
              <a:t>import javafx.geometry.Pos;</a:t>
            </a:r>
          </a:p>
          <a:p>
            <a:r>
              <a:rPr lang="en-US" altLang="en-US" sz="1200"/>
              <a:t>import javafx.scene.Scene;</a:t>
            </a:r>
          </a:p>
          <a:p>
            <a:r>
              <a:rPr lang="en-US" altLang="en-US" sz="1200"/>
              <a:t>import javafx.scene.control.Button;</a:t>
            </a:r>
          </a:p>
          <a:p>
            <a:r>
              <a:rPr lang="en-US" altLang="en-US" sz="1200"/>
              <a:t>import javafx.scene.layout.HBox;</a:t>
            </a:r>
          </a:p>
          <a:p>
            <a:r>
              <a:rPr lang="en-US" altLang="en-US" sz="1200"/>
              <a:t>import javafx.stage.Stage;</a:t>
            </a:r>
          </a:p>
          <a:p>
            <a:r>
              <a:rPr lang="en-US" altLang="en-US" sz="1200"/>
              <a:t>import javafx.event.ActionEvent;</a:t>
            </a:r>
          </a:p>
          <a:p>
            <a:r>
              <a:rPr lang="en-US" altLang="en-US" sz="1200"/>
              <a:t>import javafx.event.EventHandler;</a:t>
            </a:r>
          </a:p>
          <a:p>
            <a:endParaRPr lang="en-US" altLang="en-US" sz="1200"/>
          </a:p>
          <a:p>
            <a:r>
              <a:rPr lang="en-US" altLang="en-US" sz="1200"/>
              <a:t>public class HandleEvent extends Application {</a:t>
            </a:r>
          </a:p>
          <a:p>
            <a:r>
              <a:rPr lang="en-US" altLang="en-US" sz="1200"/>
              <a:t>  @Override // Override the start method in the Application class</a:t>
            </a:r>
          </a:p>
          <a:p>
            <a:r>
              <a:rPr lang="en-US" altLang="en-US" sz="1200"/>
              <a:t>  public void start(Stage primaryStage) {</a:t>
            </a:r>
          </a:p>
          <a:p>
            <a:r>
              <a:rPr lang="en-US" altLang="en-US" sz="1200"/>
              <a:t>    // Create a pane and set its properties</a:t>
            </a:r>
          </a:p>
          <a:p>
            <a:r>
              <a:rPr lang="en-US" altLang="en-US" sz="1200"/>
              <a:t>    HBox pane = new HBox(10);</a:t>
            </a:r>
          </a:p>
          <a:p>
            <a:r>
              <a:rPr lang="en-US" altLang="en-US" sz="1200"/>
              <a:t>    pane.setAlignment(Pos.CENTER);</a:t>
            </a:r>
          </a:p>
          <a:p>
            <a:r>
              <a:rPr lang="en-US" altLang="en-US" sz="1200"/>
              <a:t>    Button btOK = new Button("OK");</a:t>
            </a:r>
          </a:p>
          <a:p>
            <a:r>
              <a:rPr lang="en-US" altLang="en-US" sz="1200"/>
              <a:t>    Button btCancel = new Button("Cancel");</a:t>
            </a:r>
          </a:p>
          <a:p>
            <a:r>
              <a:rPr lang="en-US" altLang="en-US" sz="1200"/>
              <a:t>    OKHandlerClass handler1 = new OKHandlerClass();</a:t>
            </a:r>
          </a:p>
          <a:p>
            <a:r>
              <a:rPr lang="en-US" altLang="en-US" sz="1200"/>
              <a:t>    btOK.setOnAction(handler1);</a:t>
            </a:r>
          </a:p>
          <a:p>
            <a:r>
              <a:rPr lang="en-US" altLang="en-US" sz="1200"/>
              <a:t>    CancelHandlerClass handler2 = new CancelHandlerClass();</a:t>
            </a:r>
          </a:p>
          <a:p>
            <a:r>
              <a:rPr lang="en-US" altLang="en-US" sz="1200"/>
              <a:t>    btCancel.setOnAction(handler2);</a:t>
            </a:r>
          </a:p>
          <a:p>
            <a:r>
              <a:rPr lang="en-US" altLang="en-US" sz="1200"/>
              <a:t>    pane.getChildren().addAll(btOK, btCancel);</a:t>
            </a:r>
          </a:p>
          <a:p>
            <a:r>
              <a:rPr lang="en-US" altLang="en-US" sz="1200"/>
              <a:t>    </a:t>
            </a:r>
          </a:p>
          <a:p>
            <a:r>
              <a:rPr lang="en-US" altLang="en-US" sz="1200"/>
              <a:t>    // Create a scene and place it in the stage</a:t>
            </a:r>
          </a:p>
          <a:p>
            <a:r>
              <a:rPr lang="en-US" altLang="en-US" sz="1200"/>
              <a:t>    Scene scene = new Scene(pane);</a:t>
            </a:r>
          </a:p>
          <a:p>
            <a:r>
              <a:rPr lang="en-US" altLang="en-US" sz="1200"/>
              <a:t>    primaryStage.setTitle("HandleEvent"); // Set the stage title</a:t>
            </a:r>
          </a:p>
          <a:p>
            <a:r>
              <a:rPr lang="en-US" altLang="en-US" sz="1200"/>
              <a:t>    primaryStage.setScene(scene); // Place the scene in the stage</a:t>
            </a:r>
          </a:p>
          <a:p>
            <a:r>
              <a:rPr lang="en-US" altLang="en-US" sz="1200"/>
              <a:t>    primaryStage.show(); // Display the stage</a:t>
            </a:r>
          </a:p>
          <a:p>
            <a:r>
              <a:rPr lang="en-US" altLang="en-US" sz="1200"/>
              <a:t>  }</a:t>
            </a:r>
          </a:p>
          <a:p>
            <a:endParaRPr lang="en-US" altLang="en-US" sz="1200"/>
          </a:p>
        </p:txBody>
      </p:sp>
      <p:sp>
        <p:nvSpPr>
          <p:cNvPr id="4" name="Rectangle 3"/>
          <p:cNvSpPr/>
          <p:nvPr/>
        </p:nvSpPr>
        <p:spPr>
          <a:xfrm>
            <a:off x="4608513" y="0"/>
            <a:ext cx="4572000" cy="4154488"/>
          </a:xfrm>
          <a:prstGeom prst="rect">
            <a:avLst/>
          </a:prstGeom>
          <a:ln>
            <a:solidFill>
              <a:schemeClr val="bg1">
                <a:lumMod val="75000"/>
              </a:schemeClr>
            </a:solidFill>
          </a:ln>
        </p:spPr>
        <p:txBody>
          <a:bodyPr>
            <a:spAutoFit/>
          </a:bodyPr>
          <a:lstStyle/>
          <a:p>
            <a:pPr>
              <a:defRPr/>
            </a:pPr>
            <a:r>
              <a:rPr lang="en-US" sz="1200" dirty="0">
                <a:latin typeface="Times New Roman" charset="0"/>
                <a:ea typeface="ＭＳ Ｐゴシック" charset="0"/>
                <a:cs typeface="ＭＳ Ｐゴシック" charset="0"/>
              </a:rPr>
              <a:t> /**</a:t>
            </a:r>
          </a:p>
          <a:p>
            <a:pPr>
              <a:defRPr/>
            </a:pPr>
            <a:r>
              <a:rPr lang="en-US" sz="1200" dirty="0">
                <a:latin typeface="Times New Roman" charset="0"/>
                <a:ea typeface="ＭＳ Ｐゴシック" charset="0"/>
                <a:cs typeface="ＭＳ Ｐゴシック" charset="0"/>
              </a:rPr>
              <a:t>   * The main method is only needed for the IDE with limited</a:t>
            </a:r>
          </a:p>
          <a:p>
            <a:pPr>
              <a:defRPr/>
            </a:pPr>
            <a:r>
              <a:rPr lang="en-US" sz="1200" dirty="0">
                <a:latin typeface="Times New Roman" charset="0"/>
                <a:ea typeface="ＭＳ Ｐゴシック" charset="0"/>
                <a:cs typeface="ＭＳ Ｐゴシック" charset="0"/>
              </a:rPr>
              <a:t>   * </a:t>
            </a:r>
            <a:r>
              <a:rPr lang="en-US" sz="1200" dirty="0" err="1">
                <a:latin typeface="Times New Roman" charset="0"/>
                <a:ea typeface="ＭＳ Ｐゴシック" charset="0"/>
                <a:cs typeface="ＭＳ Ｐゴシック" charset="0"/>
              </a:rPr>
              <a:t>JavaFX</a:t>
            </a:r>
            <a:r>
              <a:rPr lang="en-US" sz="1200" dirty="0">
                <a:latin typeface="Times New Roman" charset="0"/>
                <a:ea typeface="ＭＳ Ｐゴシック" charset="0"/>
                <a:cs typeface="ＭＳ Ｐゴシック" charset="0"/>
              </a:rPr>
              <a:t> support. Not needed for running from the command line.</a:t>
            </a:r>
          </a:p>
          <a:p>
            <a:pPr>
              <a:defRPr/>
            </a:pPr>
            <a:r>
              <a:rPr lang="en-US" sz="1200" dirty="0">
                <a:latin typeface="Times New Roman" charset="0"/>
                <a:ea typeface="ＭＳ Ｐゴシック" charset="0"/>
                <a:cs typeface="ＭＳ Ｐゴシック" charset="0"/>
              </a:rPr>
              <a:t>   */</a:t>
            </a:r>
          </a:p>
          <a:p>
            <a:pPr>
              <a:defRPr/>
            </a:pPr>
            <a:r>
              <a:rPr lang="en-US" sz="1200" dirty="0">
                <a:latin typeface="Times New Roman" charset="0"/>
                <a:ea typeface="ＭＳ Ｐゴシック" charset="0"/>
                <a:cs typeface="ＭＳ Ｐゴシック" charset="0"/>
              </a:rPr>
              <a:t>  public static void main(String[] </a:t>
            </a:r>
            <a:r>
              <a:rPr lang="en-US" sz="1200" dirty="0" err="1">
                <a:latin typeface="Times New Roman" charset="0"/>
                <a:ea typeface="ＭＳ Ｐゴシック" charset="0"/>
                <a:cs typeface="ＭＳ Ｐゴシック" charset="0"/>
              </a:rPr>
              <a:t>args</a:t>
            </a:r>
            <a:r>
              <a:rPr lang="en-US" sz="1200" dirty="0">
                <a:latin typeface="Times New Roman" charset="0"/>
                <a:ea typeface="ＭＳ Ｐゴシック" charset="0"/>
                <a:cs typeface="ＭＳ Ｐゴシック" charset="0"/>
              </a:rPr>
              <a:t>) {</a:t>
            </a:r>
          </a:p>
          <a:p>
            <a:pPr>
              <a:defRPr/>
            </a:pPr>
            <a:r>
              <a:rPr lang="en-US" sz="1200" dirty="0">
                <a:latin typeface="Times New Roman" charset="0"/>
                <a:ea typeface="ＭＳ Ｐゴシック" charset="0"/>
                <a:cs typeface="ＭＳ Ｐゴシック" charset="0"/>
              </a:rPr>
              <a:t>    launch(</a:t>
            </a:r>
            <a:r>
              <a:rPr lang="en-US" sz="1200" dirty="0" err="1">
                <a:latin typeface="Times New Roman" charset="0"/>
                <a:ea typeface="ＭＳ Ｐゴシック" charset="0"/>
                <a:cs typeface="ＭＳ Ｐゴシック" charset="0"/>
              </a:rPr>
              <a:t>args</a:t>
            </a:r>
            <a:r>
              <a:rPr lang="en-US" sz="1200" dirty="0">
                <a:latin typeface="Times New Roman" charset="0"/>
                <a:ea typeface="ＭＳ Ｐゴシック" charset="0"/>
                <a:cs typeface="ＭＳ Ｐゴシック" charset="0"/>
              </a:rPr>
              <a:t>);</a:t>
            </a:r>
          </a:p>
          <a:p>
            <a:pPr>
              <a:defRPr/>
            </a:pPr>
            <a:r>
              <a:rPr lang="en-US" sz="1200" dirty="0">
                <a:latin typeface="Times New Roman" charset="0"/>
                <a:ea typeface="ＭＳ Ｐゴシック" charset="0"/>
                <a:cs typeface="ＭＳ Ｐゴシック" charset="0"/>
              </a:rPr>
              <a:t>  }</a:t>
            </a:r>
          </a:p>
          <a:p>
            <a:pPr>
              <a:defRPr/>
            </a:pPr>
            <a:r>
              <a:rPr lang="en-US" sz="1200" dirty="0">
                <a:latin typeface="Times New Roman" charset="0"/>
                <a:ea typeface="ＭＳ Ｐゴシック" charset="0"/>
                <a:cs typeface="ＭＳ Ｐゴシック" charset="0"/>
              </a:rPr>
              <a:t>} </a:t>
            </a:r>
          </a:p>
          <a:p>
            <a:pPr>
              <a:defRPr/>
            </a:pPr>
            <a:endParaRPr lang="en-US" sz="1200" dirty="0">
              <a:latin typeface="Times New Roman" charset="0"/>
              <a:ea typeface="ＭＳ Ｐゴシック" charset="0"/>
              <a:cs typeface="ＭＳ Ｐゴシック" charset="0"/>
            </a:endParaRPr>
          </a:p>
          <a:p>
            <a:pPr>
              <a:defRPr/>
            </a:pPr>
            <a:r>
              <a:rPr lang="en-US" sz="1200" dirty="0">
                <a:latin typeface="Times New Roman" charset="0"/>
                <a:ea typeface="ＭＳ Ｐゴシック" charset="0"/>
                <a:cs typeface="ＭＳ Ｐゴシック" charset="0"/>
              </a:rPr>
              <a:t>class </a:t>
            </a:r>
            <a:r>
              <a:rPr lang="en-US" sz="1200" dirty="0" err="1">
                <a:latin typeface="Times New Roman" charset="0"/>
                <a:ea typeface="ＭＳ Ｐゴシック" charset="0"/>
                <a:cs typeface="ＭＳ Ｐゴシック" charset="0"/>
              </a:rPr>
              <a:t>OKHandlerClass</a:t>
            </a:r>
            <a:r>
              <a:rPr lang="en-US" sz="1200" dirty="0">
                <a:latin typeface="Times New Roman" charset="0"/>
                <a:ea typeface="ＭＳ Ｐゴシック" charset="0"/>
                <a:cs typeface="ＭＳ Ｐゴシック" charset="0"/>
              </a:rPr>
              <a:t> implements </a:t>
            </a:r>
            <a:r>
              <a:rPr lang="en-US" sz="1200" dirty="0" err="1">
                <a:latin typeface="Times New Roman" charset="0"/>
                <a:ea typeface="ＭＳ Ｐゴシック" charset="0"/>
                <a:cs typeface="ＭＳ Ｐゴシック" charset="0"/>
              </a:rPr>
              <a:t>EventHandler</a:t>
            </a:r>
            <a:r>
              <a:rPr lang="en-US" sz="1200" dirty="0">
                <a:latin typeface="Times New Roman" charset="0"/>
                <a:ea typeface="ＭＳ Ｐゴシック" charset="0"/>
                <a:cs typeface="ＭＳ Ｐゴシック" charset="0"/>
              </a:rPr>
              <a:t>&lt;</a:t>
            </a:r>
            <a:r>
              <a:rPr lang="en-US" sz="1200" dirty="0" err="1">
                <a:latin typeface="Times New Roman" charset="0"/>
                <a:ea typeface="ＭＳ Ｐゴシック" charset="0"/>
                <a:cs typeface="ＭＳ Ｐゴシック" charset="0"/>
              </a:rPr>
              <a:t>ActionEvent</a:t>
            </a:r>
            <a:r>
              <a:rPr lang="en-US" sz="1200" dirty="0">
                <a:latin typeface="Times New Roman" charset="0"/>
                <a:ea typeface="ＭＳ Ｐゴシック" charset="0"/>
                <a:cs typeface="ＭＳ Ｐゴシック" charset="0"/>
              </a:rPr>
              <a:t>&gt; {</a:t>
            </a:r>
          </a:p>
          <a:p>
            <a:pPr>
              <a:defRPr/>
            </a:pPr>
            <a:r>
              <a:rPr lang="en-US" sz="1200" dirty="0">
                <a:latin typeface="Times New Roman" charset="0"/>
                <a:ea typeface="ＭＳ Ｐゴシック" charset="0"/>
                <a:cs typeface="ＭＳ Ｐゴシック" charset="0"/>
              </a:rPr>
              <a:t>  @Override</a:t>
            </a:r>
          </a:p>
          <a:p>
            <a:pPr>
              <a:defRPr/>
            </a:pPr>
            <a:r>
              <a:rPr lang="en-US" sz="1200" dirty="0">
                <a:latin typeface="Times New Roman" charset="0"/>
                <a:ea typeface="ＭＳ Ｐゴシック" charset="0"/>
                <a:cs typeface="ＭＳ Ｐゴシック" charset="0"/>
              </a:rPr>
              <a:t>  public void handle(</a:t>
            </a:r>
            <a:r>
              <a:rPr lang="en-US" sz="1200" dirty="0" err="1">
                <a:latin typeface="Times New Roman" charset="0"/>
                <a:ea typeface="ＭＳ Ｐゴシック" charset="0"/>
                <a:cs typeface="ＭＳ Ｐゴシック" charset="0"/>
              </a:rPr>
              <a:t>ActionEvent</a:t>
            </a:r>
            <a:r>
              <a:rPr lang="en-US" sz="1200" dirty="0">
                <a:latin typeface="Times New Roman" charset="0"/>
                <a:ea typeface="ＭＳ Ｐゴシック" charset="0"/>
                <a:cs typeface="ＭＳ Ｐゴシック" charset="0"/>
              </a:rPr>
              <a:t> e) {</a:t>
            </a:r>
          </a:p>
          <a:p>
            <a:pPr>
              <a:defRPr/>
            </a:pPr>
            <a:r>
              <a:rPr lang="en-US" sz="1200" dirty="0">
                <a:latin typeface="Times New Roman" charset="0"/>
                <a:ea typeface="ＭＳ Ｐゴシック" charset="0"/>
                <a:cs typeface="ＭＳ Ｐゴシック" charset="0"/>
              </a:rPr>
              <a:t>    </a:t>
            </a:r>
            <a:r>
              <a:rPr lang="en-US" sz="1200" dirty="0" err="1">
                <a:latin typeface="Times New Roman" charset="0"/>
                <a:ea typeface="ＭＳ Ｐゴシック" charset="0"/>
                <a:cs typeface="ＭＳ Ｐゴシック" charset="0"/>
              </a:rPr>
              <a:t>System.out.println</a:t>
            </a:r>
            <a:r>
              <a:rPr lang="en-US" sz="1200" dirty="0">
                <a:latin typeface="Times New Roman" charset="0"/>
                <a:ea typeface="ＭＳ Ｐゴシック" charset="0"/>
                <a:cs typeface="ＭＳ Ｐゴシック" charset="0"/>
              </a:rPr>
              <a:t>("OK button clicked"); </a:t>
            </a:r>
          </a:p>
          <a:p>
            <a:pPr>
              <a:defRPr/>
            </a:pPr>
            <a:r>
              <a:rPr lang="en-US" sz="1200" dirty="0">
                <a:latin typeface="Times New Roman" charset="0"/>
                <a:ea typeface="ＭＳ Ｐゴシック" charset="0"/>
                <a:cs typeface="ＭＳ Ｐゴシック" charset="0"/>
              </a:rPr>
              <a:t>  }</a:t>
            </a:r>
          </a:p>
          <a:p>
            <a:pPr>
              <a:defRPr/>
            </a:pPr>
            <a:r>
              <a:rPr lang="en-US" sz="1200" dirty="0">
                <a:latin typeface="Times New Roman" charset="0"/>
                <a:ea typeface="ＭＳ Ｐゴシック" charset="0"/>
                <a:cs typeface="ＭＳ Ｐゴシック" charset="0"/>
              </a:rPr>
              <a:t>}</a:t>
            </a:r>
          </a:p>
          <a:p>
            <a:pPr>
              <a:defRPr/>
            </a:pPr>
            <a:endParaRPr lang="en-US" sz="1200" dirty="0">
              <a:latin typeface="Times New Roman" charset="0"/>
              <a:ea typeface="ＭＳ Ｐゴシック" charset="0"/>
              <a:cs typeface="ＭＳ Ｐゴシック" charset="0"/>
            </a:endParaRPr>
          </a:p>
          <a:p>
            <a:pPr>
              <a:defRPr/>
            </a:pPr>
            <a:r>
              <a:rPr lang="en-US" sz="1200" dirty="0">
                <a:latin typeface="Times New Roman" charset="0"/>
                <a:ea typeface="ＭＳ Ｐゴシック" charset="0"/>
                <a:cs typeface="ＭＳ Ｐゴシック" charset="0"/>
              </a:rPr>
              <a:t>class </a:t>
            </a:r>
            <a:r>
              <a:rPr lang="en-US" sz="1200" dirty="0" err="1">
                <a:latin typeface="Times New Roman" charset="0"/>
                <a:ea typeface="ＭＳ Ｐゴシック" charset="0"/>
                <a:cs typeface="ＭＳ Ｐゴシック" charset="0"/>
              </a:rPr>
              <a:t>CancelHandlerClass</a:t>
            </a:r>
            <a:r>
              <a:rPr lang="en-US" sz="1200" dirty="0">
                <a:latin typeface="Times New Roman" charset="0"/>
                <a:ea typeface="ＭＳ Ｐゴシック" charset="0"/>
                <a:cs typeface="ＭＳ Ｐゴシック" charset="0"/>
              </a:rPr>
              <a:t> implements </a:t>
            </a:r>
            <a:r>
              <a:rPr lang="en-US" sz="1200" dirty="0" err="1">
                <a:latin typeface="Times New Roman" charset="0"/>
                <a:ea typeface="ＭＳ Ｐゴシック" charset="0"/>
                <a:cs typeface="ＭＳ Ｐゴシック" charset="0"/>
              </a:rPr>
              <a:t>EventHandler</a:t>
            </a:r>
            <a:r>
              <a:rPr lang="en-US" sz="1200" dirty="0">
                <a:latin typeface="Times New Roman" charset="0"/>
                <a:ea typeface="ＭＳ Ｐゴシック" charset="0"/>
                <a:cs typeface="ＭＳ Ｐゴシック" charset="0"/>
              </a:rPr>
              <a:t>&lt;</a:t>
            </a:r>
            <a:r>
              <a:rPr lang="en-US" sz="1200" dirty="0" err="1">
                <a:latin typeface="Times New Roman" charset="0"/>
                <a:ea typeface="ＭＳ Ｐゴシック" charset="0"/>
                <a:cs typeface="ＭＳ Ｐゴシック" charset="0"/>
              </a:rPr>
              <a:t>ActionEvent</a:t>
            </a:r>
            <a:r>
              <a:rPr lang="en-US" sz="1200" dirty="0">
                <a:latin typeface="Times New Roman" charset="0"/>
                <a:ea typeface="ＭＳ Ｐゴシック" charset="0"/>
                <a:cs typeface="ＭＳ Ｐゴシック" charset="0"/>
              </a:rPr>
              <a:t>&gt; {</a:t>
            </a:r>
          </a:p>
          <a:p>
            <a:pPr>
              <a:defRPr/>
            </a:pPr>
            <a:r>
              <a:rPr lang="en-US" sz="1200" dirty="0">
                <a:latin typeface="Times New Roman" charset="0"/>
                <a:ea typeface="ＭＳ Ｐゴシック" charset="0"/>
                <a:cs typeface="ＭＳ Ｐゴシック" charset="0"/>
              </a:rPr>
              <a:t>  @Override</a:t>
            </a:r>
          </a:p>
          <a:p>
            <a:pPr>
              <a:defRPr/>
            </a:pPr>
            <a:r>
              <a:rPr lang="en-US" sz="1200" dirty="0">
                <a:latin typeface="Times New Roman" charset="0"/>
                <a:ea typeface="ＭＳ Ｐゴシック" charset="0"/>
                <a:cs typeface="ＭＳ Ｐゴシック" charset="0"/>
              </a:rPr>
              <a:t>  public void handle(</a:t>
            </a:r>
            <a:r>
              <a:rPr lang="en-US" sz="1200" dirty="0" err="1">
                <a:latin typeface="Times New Roman" charset="0"/>
                <a:ea typeface="ＭＳ Ｐゴシック" charset="0"/>
                <a:cs typeface="ＭＳ Ｐゴシック" charset="0"/>
              </a:rPr>
              <a:t>ActionEvent</a:t>
            </a:r>
            <a:r>
              <a:rPr lang="en-US" sz="1200" dirty="0">
                <a:latin typeface="Times New Roman" charset="0"/>
                <a:ea typeface="ＭＳ Ｐゴシック" charset="0"/>
                <a:cs typeface="ＭＳ Ｐゴシック" charset="0"/>
              </a:rPr>
              <a:t> e) {</a:t>
            </a:r>
          </a:p>
          <a:p>
            <a:pPr>
              <a:defRPr/>
            </a:pPr>
            <a:r>
              <a:rPr lang="en-US" sz="1200" dirty="0">
                <a:latin typeface="Times New Roman" charset="0"/>
                <a:ea typeface="ＭＳ Ｐゴシック" charset="0"/>
                <a:cs typeface="ＭＳ Ｐゴシック" charset="0"/>
              </a:rPr>
              <a:t>    </a:t>
            </a:r>
            <a:r>
              <a:rPr lang="en-US" sz="1200" dirty="0" err="1">
                <a:latin typeface="Times New Roman" charset="0"/>
                <a:ea typeface="ＭＳ Ｐゴシック" charset="0"/>
                <a:cs typeface="ＭＳ Ｐゴシック" charset="0"/>
              </a:rPr>
              <a:t>System.out.println</a:t>
            </a:r>
            <a:r>
              <a:rPr lang="en-US" sz="1200" dirty="0">
                <a:latin typeface="Times New Roman" charset="0"/>
                <a:ea typeface="ＭＳ Ｐゴシック" charset="0"/>
                <a:cs typeface="ＭＳ Ｐゴシック" charset="0"/>
              </a:rPr>
              <a:t>("Cancel button clicked");</a:t>
            </a:r>
          </a:p>
          <a:p>
            <a:pPr>
              <a:defRPr/>
            </a:pPr>
            <a:r>
              <a:rPr lang="en-US" sz="1200" dirty="0">
                <a:latin typeface="Times New Roman" charset="0"/>
                <a:ea typeface="ＭＳ Ｐゴシック" charset="0"/>
                <a:cs typeface="ＭＳ Ｐゴシック" charset="0"/>
              </a:rPr>
              <a:t>  }</a:t>
            </a:r>
          </a:p>
          <a:p>
            <a:pPr>
              <a:defRPr/>
            </a:pPr>
            <a:r>
              <a:rPr lang="en-US" sz="1200" dirty="0">
                <a:latin typeface="Times New Roman" charset="0"/>
                <a:ea typeface="ＭＳ Ｐゴシック" charset="0"/>
                <a:cs typeface="ＭＳ Ｐゴシック" charset="0"/>
              </a:rPr>
              <a:t>}</a:t>
            </a:r>
          </a:p>
        </p:txBody>
      </p:sp>
    </p:spTree>
  </p:cSld>
  <p:clrMapOvr>
    <a:masterClrMapping/>
  </p:clrMapOvr>
  <p:transition>
    <p:random/>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6" name="Rectangle 2"/>
          <p:cNvSpPr>
            <a:spLocks noGrp="1" noChangeArrowheads="1"/>
          </p:cNvSpPr>
          <p:nvPr>
            <p:ph type="title" idx="4294967295"/>
          </p:nvPr>
        </p:nvSpPr>
        <p:spPr>
          <a:xfrm>
            <a:off x="2035175" y="381000"/>
            <a:ext cx="7108825" cy="685800"/>
          </a:xfrm>
          <a:prstGeom prst="rect">
            <a:avLst/>
          </a:prstGeom>
        </p:spPr>
        <p:txBody>
          <a:bodyPr/>
          <a:lstStyle/>
          <a:p>
            <a:pPr>
              <a:defRPr/>
            </a:pPr>
            <a:r>
              <a:rPr lang="en-US" sz="4000" b="1" dirty="0">
                <a:solidFill>
                  <a:schemeClr val="tx1"/>
                </a:solidFill>
                <a:latin typeface="Times New Roman" panose="02020603050405020304" pitchFamily="18" charset="0"/>
                <a:ea typeface="ＭＳ Ｐゴシック" charset="0"/>
                <a:cs typeface="Times New Roman" panose="02020603050405020304" pitchFamily="18" charset="0"/>
              </a:rPr>
              <a:t>Handling GUI Events</a:t>
            </a:r>
            <a:endParaRPr lang="en-US" sz="4000" b="1" dirty="0">
              <a:solidFill>
                <a:schemeClr val="tx1"/>
              </a:solidFill>
              <a:latin typeface="Times New Roman" panose="02020603050405020304" pitchFamily="18" charset="0"/>
              <a:ea typeface="ＭＳ Ｐゴシック" charset="0"/>
              <a:cs typeface="Times New Roman" panose="02020603050405020304" pitchFamily="18" charset="0"/>
              <a:hlinkClick r:id="rId2" action="ppaction://program"/>
            </a:endParaRPr>
          </a:p>
        </p:txBody>
      </p:sp>
      <p:sp>
        <p:nvSpPr>
          <p:cNvPr id="8197" name="Rectangle 3"/>
          <p:cNvSpPr>
            <a:spLocks noGrp="1" noChangeArrowheads="1"/>
          </p:cNvSpPr>
          <p:nvPr>
            <p:ph type="body" idx="4294967295"/>
          </p:nvPr>
        </p:nvSpPr>
        <p:spPr>
          <a:xfrm>
            <a:off x="685800" y="1524000"/>
            <a:ext cx="8458200" cy="1905000"/>
          </a:xfrm>
        </p:spPr>
        <p:txBody>
          <a:bodyPr/>
          <a:lstStyle/>
          <a:p>
            <a:pPr>
              <a:buFont typeface="Monotype Sorts" charset="0"/>
              <a:buNone/>
              <a:defRPr/>
            </a:pPr>
            <a:r>
              <a:rPr lang="en-US" sz="3200" dirty="0">
                <a:latin typeface="Times New Roman" panose="02020603050405020304" pitchFamily="18" charset="0"/>
                <a:ea typeface="ＭＳ Ｐゴシック" charset="0"/>
                <a:cs typeface="Times New Roman" panose="02020603050405020304" pitchFamily="18" charset="0"/>
              </a:rPr>
              <a:t>Source object (e.g., button)</a:t>
            </a:r>
          </a:p>
          <a:p>
            <a:pPr>
              <a:buFont typeface="Monotype Sorts" charset="0"/>
              <a:buNone/>
              <a:defRPr/>
            </a:pPr>
            <a:r>
              <a:rPr lang="en-US" sz="3200" dirty="0">
                <a:latin typeface="Times New Roman" panose="02020603050405020304" pitchFamily="18" charset="0"/>
                <a:ea typeface="ＭＳ Ｐゴシック" charset="0"/>
                <a:cs typeface="Times New Roman" panose="02020603050405020304" pitchFamily="18" charset="0"/>
              </a:rPr>
              <a:t>Listener object contains a method for processing the event.</a:t>
            </a:r>
          </a:p>
        </p:txBody>
      </p:sp>
      <p:pic>
        <p:nvPicPr>
          <p:cNvPr id="63494" name="Picture 6"/>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57200" y="3733800"/>
            <a:ext cx="7899400" cy="16700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Lst>
        </p:spPr>
      </p:pic>
    </p:spTree>
  </p:cSld>
  <p:clrMapOvr>
    <a:masterClrMapping/>
  </p:clrMapOvr>
  <p:transition>
    <p:random/>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20" name="Rectangle 2"/>
          <p:cNvSpPr>
            <a:spLocks noGrp="1" noChangeArrowheads="1"/>
          </p:cNvSpPr>
          <p:nvPr>
            <p:ph type="title" idx="4294967295"/>
          </p:nvPr>
        </p:nvSpPr>
        <p:spPr>
          <a:xfrm>
            <a:off x="2895600" y="228600"/>
            <a:ext cx="6248400" cy="457200"/>
          </a:xfrm>
          <a:prstGeom prst="rect">
            <a:avLst/>
          </a:prstGeom>
        </p:spPr>
        <p:txBody>
          <a:bodyPr/>
          <a:lstStyle/>
          <a:p>
            <a:pPr>
              <a:defRPr/>
            </a:pPr>
            <a:r>
              <a:rPr lang="en-US" sz="4400" b="1" dirty="0">
                <a:solidFill>
                  <a:schemeClr val="tx1"/>
                </a:solidFill>
                <a:latin typeface="Times New Roman" panose="02020603050405020304" pitchFamily="18" charset="0"/>
                <a:ea typeface="ＭＳ Ｐゴシック" charset="0"/>
                <a:cs typeface="Times New Roman" panose="02020603050405020304" pitchFamily="18" charset="0"/>
              </a:rPr>
              <a:t>Trace Execution</a:t>
            </a:r>
          </a:p>
        </p:txBody>
      </p:sp>
      <p:sp>
        <p:nvSpPr>
          <p:cNvPr id="64517" name="Text Box 3"/>
          <p:cNvSpPr txBox="1">
            <a:spLocks noChangeArrowheads="1"/>
          </p:cNvSpPr>
          <p:nvPr/>
        </p:nvSpPr>
        <p:spPr bwMode="auto">
          <a:xfrm>
            <a:off x="228600" y="838200"/>
            <a:ext cx="8686800" cy="5632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New Roman" pitchFamily="18" charset="0"/>
                <a:ea typeface="MS PGothic" pitchFamily="34" charset="-128"/>
              </a:defRPr>
            </a:lvl1pPr>
            <a:lvl2pPr marL="742950" indent="-285750">
              <a:defRPr sz="2400">
                <a:solidFill>
                  <a:schemeClr val="tx1"/>
                </a:solidFill>
                <a:latin typeface="Times New Roman" pitchFamily="18" charset="0"/>
                <a:ea typeface="MS PGothic" pitchFamily="34" charset="-128"/>
              </a:defRPr>
            </a:lvl2pPr>
            <a:lvl3pPr marL="1143000" indent="-228600">
              <a:defRPr sz="2400">
                <a:solidFill>
                  <a:schemeClr val="tx1"/>
                </a:solidFill>
                <a:latin typeface="Times New Roman" pitchFamily="18" charset="0"/>
                <a:ea typeface="MS PGothic" pitchFamily="34" charset="-128"/>
              </a:defRPr>
            </a:lvl3pPr>
            <a:lvl4pPr marL="1600200" indent="-228600">
              <a:defRPr sz="2400">
                <a:solidFill>
                  <a:schemeClr val="tx1"/>
                </a:solidFill>
                <a:latin typeface="Times New Roman" pitchFamily="18" charset="0"/>
                <a:ea typeface="MS PGothic" pitchFamily="34" charset="-128"/>
              </a:defRPr>
            </a:lvl4pPr>
            <a:lvl5pPr marL="2057400" indent="-228600">
              <a:defRPr sz="2400">
                <a:solidFill>
                  <a:schemeClr val="tx1"/>
                </a:solidFill>
                <a:latin typeface="Times New Roman" pitchFamily="18" charset="0"/>
                <a:ea typeface="MS PGothic" pitchFamily="34" charset="-128"/>
              </a:defRPr>
            </a:lvl5pPr>
            <a:lvl6pPr marL="2514600" indent="-228600" eaLnBrk="0" fontAlgn="base" hangingPunct="0">
              <a:spcBef>
                <a:spcPct val="0"/>
              </a:spcBef>
              <a:spcAft>
                <a:spcPct val="0"/>
              </a:spcAft>
              <a:defRPr sz="2400">
                <a:solidFill>
                  <a:schemeClr val="tx1"/>
                </a:solidFill>
                <a:latin typeface="Times New Roman" pitchFamily="18" charset="0"/>
                <a:ea typeface="MS PGothic" pitchFamily="34" charset="-128"/>
              </a:defRPr>
            </a:lvl6pPr>
            <a:lvl7pPr marL="2971800" indent="-228600" eaLnBrk="0" fontAlgn="base" hangingPunct="0">
              <a:spcBef>
                <a:spcPct val="0"/>
              </a:spcBef>
              <a:spcAft>
                <a:spcPct val="0"/>
              </a:spcAft>
              <a:defRPr sz="2400">
                <a:solidFill>
                  <a:schemeClr val="tx1"/>
                </a:solidFill>
                <a:latin typeface="Times New Roman" pitchFamily="18" charset="0"/>
                <a:ea typeface="MS PGothic" pitchFamily="34" charset="-128"/>
              </a:defRPr>
            </a:lvl7pPr>
            <a:lvl8pPr marL="3429000" indent="-228600" eaLnBrk="0" fontAlgn="base" hangingPunct="0">
              <a:spcBef>
                <a:spcPct val="0"/>
              </a:spcBef>
              <a:spcAft>
                <a:spcPct val="0"/>
              </a:spcAft>
              <a:defRPr sz="2400">
                <a:solidFill>
                  <a:schemeClr val="tx1"/>
                </a:solidFill>
                <a:latin typeface="Times New Roman" pitchFamily="18" charset="0"/>
                <a:ea typeface="MS PGothic" pitchFamily="34" charset="-128"/>
              </a:defRPr>
            </a:lvl8pPr>
            <a:lvl9pPr marL="3886200" indent="-228600" eaLnBrk="0" fontAlgn="base" hangingPunct="0">
              <a:spcBef>
                <a:spcPct val="0"/>
              </a:spcBef>
              <a:spcAft>
                <a:spcPct val="0"/>
              </a:spcAft>
              <a:defRPr sz="2400">
                <a:solidFill>
                  <a:schemeClr val="tx1"/>
                </a:solidFill>
                <a:latin typeface="Times New Roman" pitchFamily="18" charset="0"/>
                <a:ea typeface="MS PGothic" pitchFamily="34" charset="-128"/>
              </a:defRPr>
            </a:lvl9pPr>
          </a:lstStyle>
          <a:p>
            <a:r>
              <a:rPr lang="en-US" altLang="en-US" sz="2000" dirty="0">
                <a:solidFill>
                  <a:schemeClr val="bg2"/>
                </a:solidFill>
              </a:rPr>
              <a:t>public class </a:t>
            </a:r>
            <a:r>
              <a:rPr lang="en-US" altLang="en-US" sz="2000" dirty="0" err="1">
                <a:solidFill>
                  <a:schemeClr val="bg2"/>
                </a:solidFill>
              </a:rPr>
              <a:t>HandleEvent</a:t>
            </a:r>
            <a:r>
              <a:rPr lang="en-US" altLang="en-US" sz="2000" dirty="0">
                <a:solidFill>
                  <a:schemeClr val="bg2"/>
                </a:solidFill>
              </a:rPr>
              <a:t> extends Application {</a:t>
            </a:r>
          </a:p>
          <a:p>
            <a:r>
              <a:rPr lang="en-US" altLang="en-US" sz="2000" dirty="0">
                <a:solidFill>
                  <a:schemeClr val="bg2"/>
                </a:solidFill>
              </a:rPr>
              <a:t>  public void start(Stage </a:t>
            </a:r>
            <a:r>
              <a:rPr lang="en-US" altLang="en-US" sz="2000" dirty="0" err="1">
                <a:solidFill>
                  <a:schemeClr val="bg2"/>
                </a:solidFill>
              </a:rPr>
              <a:t>primaryStage</a:t>
            </a:r>
            <a:r>
              <a:rPr lang="en-US" altLang="en-US" sz="2000" dirty="0">
                <a:solidFill>
                  <a:schemeClr val="bg2"/>
                </a:solidFill>
              </a:rPr>
              <a:t>) {</a:t>
            </a:r>
          </a:p>
          <a:p>
            <a:r>
              <a:rPr lang="en-US" altLang="en-US" sz="2000" dirty="0">
                <a:solidFill>
                  <a:schemeClr val="bg2"/>
                </a:solidFill>
              </a:rPr>
              <a:t>    …</a:t>
            </a:r>
          </a:p>
          <a:p>
            <a:r>
              <a:rPr lang="en-US" altLang="en-US" sz="2000" dirty="0">
                <a:solidFill>
                  <a:schemeClr val="bg2"/>
                </a:solidFill>
              </a:rPr>
              <a:t>    </a:t>
            </a:r>
            <a:r>
              <a:rPr lang="en-US" altLang="en-US" sz="2000" dirty="0" err="1">
                <a:solidFill>
                  <a:schemeClr val="bg2"/>
                </a:solidFill>
              </a:rPr>
              <a:t>OKHandlerClass</a:t>
            </a:r>
            <a:r>
              <a:rPr lang="en-US" altLang="en-US" sz="2000" dirty="0">
                <a:solidFill>
                  <a:schemeClr val="bg2"/>
                </a:solidFill>
              </a:rPr>
              <a:t> handler1 = new </a:t>
            </a:r>
            <a:r>
              <a:rPr lang="en-US" altLang="en-US" sz="2000" dirty="0" err="1">
                <a:solidFill>
                  <a:schemeClr val="bg2"/>
                </a:solidFill>
              </a:rPr>
              <a:t>OKHandlerClass</a:t>
            </a:r>
            <a:r>
              <a:rPr lang="en-US" altLang="en-US" sz="2000" dirty="0">
                <a:solidFill>
                  <a:schemeClr val="bg2"/>
                </a:solidFill>
              </a:rPr>
              <a:t>();</a:t>
            </a:r>
          </a:p>
          <a:p>
            <a:r>
              <a:rPr lang="en-US" altLang="en-US" sz="2000" dirty="0">
                <a:solidFill>
                  <a:schemeClr val="bg2"/>
                </a:solidFill>
              </a:rPr>
              <a:t>    </a:t>
            </a:r>
            <a:r>
              <a:rPr lang="en-US" altLang="en-US" sz="2000" dirty="0" err="1">
                <a:solidFill>
                  <a:schemeClr val="bg2"/>
                </a:solidFill>
              </a:rPr>
              <a:t>btOK.setOnAction</a:t>
            </a:r>
            <a:r>
              <a:rPr lang="en-US" altLang="en-US" sz="2000" dirty="0">
                <a:solidFill>
                  <a:schemeClr val="bg2"/>
                </a:solidFill>
              </a:rPr>
              <a:t>(handler1);</a:t>
            </a:r>
          </a:p>
          <a:p>
            <a:r>
              <a:rPr lang="en-US" altLang="en-US" sz="2000" dirty="0">
                <a:solidFill>
                  <a:schemeClr val="bg2"/>
                </a:solidFill>
              </a:rPr>
              <a:t>    </a:t>
            </a:r>
            <a:r>
              <a:rPr lang="en-US" altLang="en-US" sz="2000" dirty="0" err="1">
                <a:solidFill>
                  <a:schemeClr val="bg2"/>
                </a:solidFill>
              </a:rPr>
              <a:t>CancelHandlerClass</a:t>
            </a:r>
            <a:r>
              <a:rPr lang="en-US" altLang="en-US" sz="2000" dirty="0">
                <a:solidFill>
                  <a:schemeClr val="bg2"/>
                </a:solidFill>
              </a:rPr>
              <a:t> handler2 = new </a:t>
            </a:r>
            <a:r>
              <a:rPr lang="en-US" altLang="en-US" sz="2000" dirty="0" err="1">
                <a:solidFill>
                  <a:schemeClr val="bg2"/>
                </a:solidFill>
              </a:rPr>
              <a:t>CancelHandlerClass</a:t>
            </a:r>
            <a:r>
              <a:rPr lang="en-US" altLang="en-US" sz="2000" dirty="0">
                <a:solidFill>
                  <a:schemeClr val="bg2"/>
                </a:solidFill>
              </a:rPr>
              <a:t>();</a:t>
            </a:r>
          </a:p>
          <a:p>
            <a:r>
              <a:rPr lang="en-US" altLang="en-US" sz="2000" dirty="0">
                <a:solidFill>
                  <a:schemeClr val="bg2"/>
                </a:solidFill>
              </a:rPr>
              <a:t>    </a:t>
            </a:r>
            <a:r>
              <a:rPr lang="en-US" altLang="en-US" sz="2000" dirty="0" err="1">
                <a:solidFill>
                  <a:schemeClr val="bg2"/>
                </a:solidFill>
              </a:rPr>
              <a:t>btCancel.setOnAction</a:t>
            </a:r>
            <a:r>
              <a:rPr lang="en-US" altLang="en-US" sz="2000" dirty="0">
                <a:solidFill>
                  <a:schemeClr val="bg2"/>
                </a:solidFill>
              </a:rPr>
              <a:t>(handler2);</a:t>
            </a:r>
          </a:p>
          <a:p>
            <a:r>
              <a:rPr lang="en-US" altLang="en-US" sz="2000" dirty="0">
                <a:solidFill>
                  <a:schemeClr val="bg2"/>
                </a:solidFill>
              </a:rPr>
              <a:t>    …    </a:t>
            </a:r>
          </a:p>
          <a:p>
            <a:r>
              <a:rPr lang="en-US" altLang="en-US" sz="2000" dirty="0">
                <a:solidFill>
                  <a:schemeClr val="bg2"/>
                </a:solidFill>
              </a:rPr>
              <a:t>    </a:t>
            </a:r>
            <a:r>
              <a:rPr lang="en-US" altLang="en-US" sz="2000" dirty="0" err="1">
                <a:solidFill>
                  <a:schemeClr val="bg2"/>
                </a:solidFill>
              </a:rPr>
              <a:t>primaryStage.show</a:t>
            </a:r>
            <a:r>
              <a:rPr lang="en-US" altLang="en-US" sz="2000" dirty="0">
                <a:solidFill>
                  <a:schemeClr val="bg2"/>
                </a:solidFill>
              </a:rPr>
              <a:t>(); // Display the stage</a:t>
            </a:r>
          </a:p>
          <a:p>
            <a:r>
              <a:rPr lang="en-US" altLang="en-US" sz="2000" dirty="0">
                <a:solidFill>
                  <a:schemeClr val="bg2"/>
                </a:solidFill>
              </a:rPr>
              <a:t>  }</a:t>
            </a:r>
          </a:p>
          <a:p>
            <a:r>
              <a:rPr lang="en-US" altLang="en-US" sz="2000" dirty="0">
                <a:solidFill>
                  <a:schemeClr val="bg2"/>
                </a:solidFill>
              </a:rPr>
              <a:t>} </a:t>
            </a:r>
          </a:p>
          <a:p>
            <a:endParaRPr lang="en-US" altLang="en-US" sz="2000" dirty="0">
              <a:solidFill>
                <a:schemeClr val="bg2"/>
              </a:solidFill>
            </a:endParaRPr>
          </a:p>
          <a:p>
            <a:r>
              <a:rPr lang="en-US" altLang="en-US" sz="2000" dirty="0">
                <a:solidFill>
                  <a:schemeClr val="bg2"/>
                </a:solidFill>
              </a:rPr>
              <a:t>class </a:t>
            </a:r>
            <a:r>
              <a:rPr lang="en-US" altLang="en-US" sz="2000" dirty="0" err="1">
                <a:solidFill>
                  <a:schemeClr val="bg2"/>
                </a:solidFill>
              </a:rPr>
              <a:t>OKHandlerClass</a:t>
            </a:r>
            <a:r>
              <a:rPr lang="en-US" altLang="en-US" sz="2000" dirty="0">
                <a:solidFill>
                  <a:schemeClr val="bg2"/>
                </a:solidFill>
              </a:rPr>
              <a:t> implements </a:t>
            </a:r>
            <a:r>
              <a:rPr lang="en-US" altLang="en-US" sz="2000" dirty="0" err="1">
                <a:solidFill>
                  <a:schemeClr val="bg2"/>
                </a:solidFill>
              </a:rPr>
              <a:t>EventHandler</a:t>
            </a:r>
            <a:r>
              <a:rPr lang="en-US" altLang="en-US" sz="2000" dirty="0">
                <a:solidFill>
                  <a:schemeClr val="bg2"/>
                </a:solidFill>
              </a:rPr>
              <a:t>&lt;</a:t>
            </a:r>
            <a:r>
              <a:rPr lang="en-US" altLang="en-US" sz="2000" dirty="0" err="1">
                <a:solidFill>
                  <a:schemeClr val="bg2"/>
                </a:solidFill>
              </a:rPr>
              <a:t>ActionEvent</a:t>
            </a:r>
            <a:r>
              <a:rPr lang="en-US" altLang="en-US" sz="2000" dirty="0">
                <a:solidFill>
                  <a:schemeClr val="bg2"/>
                </a:solidFill>
              </a:rPr>
              <a:t>&gt; {</a:t>
            </a:r>
          </a:p>
          <a:p>
            <a:r>
              <a:rPr lang="en-US" altLang="en-US" sz="2000" dirty="0">
                <a:solidFill>
                  <a:schemeClr val="bg2"/>
                </a:solidFill>
              </a:rPr>
              <a:t>  @Override</a:t>
            </a:r>
          </a:p>
          <a:p>
            <a:r>
              <a:rPr lang="en-US" altLang="en-US" sz="2000" dirty="0">
                <a:solidFill>
                  <a:schemeClr val="bg2"/>
                </a:solidFill>
              </a:rPr>
              <a:t>  public void handle(</a:t>
            </a:r>
            <a:r>
              <a:rPr lang="en-US" altLang="en-US" sz="2000" dirty="0" err="1">
                <a:solidFill>
                  <a:schemeClr val="bg2"/>
                </a:solidFill>
              </a:rPr>
              <a:t>ActionEvent</a:t>
            </a:r>
            <a:r>
              <a:rPr lang="en-US" altLang="en-US" sz="2000" dirty="0">
                <a:solidFill>
                  <a:schemeClr val="bg2"/>
                </a:solidFill>
              </a:rPr>
              <a:t> e) {</a:t>
            </a:r>
          </a:p>
          <a:p>
            <a:r>
              <a:rPr lang="en-US" altLang="en-US" sz="2000" dirty="0">
                <a:solidFill>
                  <a:schemeClr val="bg2"/>
                </a:solidFill>
              </a:rPr>
              <a:t>    </a:t>
            </a:r>
            <a:r>
              <a:rPr lang="en-US" altLang="en-US" sz="2000" dirty="0" err="1">
                <a:solidFill>
                  <a:schemeClr val="bg2"/>
                </a:solidFill>
              </a:rPr>
              <a:t>System.out.println</a:t>
            </a:r>
            <a:r>
              <a:rPr lang="en-US" altLang="en-US" sz="2000" dirty="0">
                <a:solidFill>
                  <a:schemeClr val="bg2"/>
                </a:solidFill>
              </a:rPr>
              <a:t>("OK button clicked"); </a:t>
            </a:r>
          </a:p>
          <a:p>
            <a:r>
              <a:rPr lang="en-US" altLang="en-US" sz="2000" dirty="0">
                <a:solidFill>
                  <a:schemeClr val="bg2"/>
                </a:solidFill>
              </a:rPr>
              <a:t>  }</a:t>
            </a:r>
          </a:p>
          <a:p>
            <a:r>
              <a:rPr lang="en-US" altLang="en-US" sz="2000" dirty="0">
                <a:solidFill>
                  <a:schemeClr val="bg2"/>
                </a:solidFill>
              </a:rPr>
              <a:t>}</a:t>
            </a:r>
          </a:p>
        </p:txBody>
      </p:sp>
      <p:sp>
        <p:nvSpPr>
          <p:cNvPr id="64518" name="Rectangle 4"/>
          <p:cNvSpPr>
            <a:spLocks noChangeArrowheads="1"/>
          </p:cNvSpPr>
          <p:nvPr/>
        </p:nvSpPr>
        <p:spPr bwMode="auto">
          <a:xfrm>
            <a:off x="381000" y="1219200"/>
            <a:ext cx="4191000" cy="228600"/>
          </a:xfrm>
          <a:prstGeom prst="rect">
            <a:avLst/>
          </a:prstGeom>
          <a:solidFill>
            <a:schemeClr val="accent1">
              <a:alpha val="45097"/>
            </a:schemeClr>
          </a:solidFill>
          <a:ln w="12700">
            <a:solidFill>
              <a:schemeClr val="tx1"/>
            </a:solidFill>
            <a:miter lim="800000"/>
            <a:headEnd type="none" w="sm" len="sm"/>
            <a:tailEnd type="none" w="sm" len="sm"/>
          </a:ln>
        </p:spPr>
        <p:txBody>
          <a:bodyPr wrap="none" anchor="ctr"/>
          <a:lstStyle>
            <a:lvl1pPr>
              <a:defRPr sz="2400">
                <a:solidFill>
                  <a:schemeClr val="tx1"/>
                </a:solidFill>
                <a:latin typeface="Times New Roman" pitchFamily="18" charset="0"/>
                <a:ea typeface="MS PGothic" pitchFamily="34" charset="-128"/>
              </a:defRPr>
            </a:lvl1pPr>
            <a:lvl2pPr marL="742950" indent="-285750">
              <a:defRPr sz="2400">
                <a:solidFill>
                  <a:schemeClr val="tx1"/>
                </a:solidFill>
                <a:latin typeface="Times New Roman" pitchFamily="18" charset="0"/>
                <a:ea typeface="MS PGothic" pitchFamily="34" charset="-128"/>
              </a:defRPr>
            </a:lvl2pPr>
            <a:lvl3pPr marL="1143000" indent="-228600">
              <a:defRPr sz="2400">
                <a:solidFill>
                  <a:schemeClr val="tx1"/>
                </a:solidFill>
                <a:latin typeface="Times New Roman" pitchFamily="18" charset="0"/>
                <a:ea typeface="MS PGothic" pitchFamily="34" charset="-128"/>
              </a:defRPr>
            </a:lvl3pPr>
            <a:lvl4pPr marL="1600200" indent="-228600">
              <a:defRPr sz="2400">
                <a:solidFill>
                  <a:schemeClr val="tx1"/>
                </a:solidFill>
                <a:latin typeface="Times New Roman" pitchFamily="18" charset="0"/>
                <a:ea typeface="MS PGothic" pitchFamily="34" charset="-128"/>
              </a:defRPr>
            </a:lvl4pPr>
            <a:lvl5pPr marL="2057400" indent="-228600">
              <a:defRPr sz="2400">
                <a:solidFill>
                  <a:schemeClr val="tx1"/>
                </a:solidFill>
                <a:latin typeface="Times New Roman" pitchFamily="18" charset="0"/>
                <a:ea typeface="MS PGothic" pitchFamily="34" charset="-128"/>
              </a:defRPr>
            </a:lvl5pPr>
            <a:lvl6pPr marL="2514600" indent="-228600" eaLnBrk="0" fontAlgn="base" hangingPunct="0">
              <a:spcBef>
                <a:spcPct val="0"/>
              </a:spcBef>
              <a:spcAft>
                <a:spcPct val="0"/>
              </a:spcAft>
              <a:defRPr sz="2400">
                <a:solidFill>
                  <a:schemeClr val="tx1"/>
                </a:solidFill>
                <a:latin typeface="Times New Roman" pitchFamily="18" charset="0"/>
                <a:ea typeface="MS PGothic" pitchFamily="34" charset="-128"/>
              </a:defRPr>
            </a:lvl6pPr>
            <a:lvl7pPr marL="2971800" indent="-228600" eaLnBrk="0" fontAlgn="base" hangingPunct="0">
              <a:spcBef>
                <a:spcPct val="0"/>
              </a:spcBef>
              <a:spcAft>
                <a:spcPct val="0"/>
              </a:spcAft>
              <a:defRPr sz="2400">
                <a:solidFill>
                  <a:schemeClr val="tx1"/>
                </a:solidFill>
                <a:latin typeface="Times New Roman" pitchFamily="18" charset="0"/>
                <a:ea typeface="MS PGothic" pitchFamily="34" charset="-128"/>
              </a:defRPr>
            </a:lvl7pPr>
            <a:lvl8pPr marL="3429000" indent="-228600" eaLnBrk="0" fontAlgn="base" hangingPunct="0">
              <a:spcBef>
                <a:spcPct val="0"/>
              </a:spcBef>
              <a:spcAft>
                <a:spcPct val="0"/>
              </a:spcAft>
              <a:defRPr sz="2400">
                <a:solidFill>
                  <a:schemeClr val="tx1"/>
                </a:solidFill>
                <a:latin typeface="Times New Roman" pitchFamily="18" charset="0"/>
                <a:ea typeface="MS PGothic" pitchFamily="34" charset="-128"/>
              </a:defRPr>
            </a:lvl8pPr>
            <a:lvl9pPr marL="3886200" indent="-228600" eaLnBrk="0" fontAlgn="base" hangingPunct="0">
              <a:spcBef>
                <a:spcPct val="0"/>
              </a:spcBef>
              <a:spcAft>
                <a:spcPct val="0"/>
              </a:spcAft>
              <a:defRPr sz="2400">
                <a:solidFill>
                  <a:schemeClr val="tx1"/>
                </a:solidFill>
                <a:latin typeface="Times New Roman" pitchFamily="18" charset="0"/>
                <a:ea typeface="MS PGothic" pitchFamily="34" charset="-128"/>
              </a:defRPr>
            </a:lvl9pPr>
          </a:lstStyle>
          <a:p>
            <a:endParaRPr lang="ms-MY" altLang="en-US"/>
          </a:p>
        </p:txBody>
      </p:sp>
      <p:sp>
        <p:nvSpPr>
          <p:cNvPr id="64519" name="AutoShape 5"/>
          <p:cNvSpPr>
            <a:spLocks noChangeArrowheads="1"/>
          </p:cNvSpPr>
          <p:nvPr/>
        </p:nvSpPr>
        <p:spPr bwMode="auto">
          <a:xfrm>
            <a:off x="6172200" y="990600"/>
            <a:ext cx="2514600" cy="1371600"/>
          </a:xfrm>
          <a:prstGeom prst="wedgeRoundRectCallout">
            <a:avLst>
              <a:gd name="adj1" fmla="val -118208"/>
              <a:gd name="adj2" fmla="val -22963"/>
              <a:gd name="adj3" fmla="val 16667"/>
            </a:avLst>
          </a:prstGeom>
          <a:solidFill>
            <a:schemeClr val="accent1"/>
          </a:solidFill>
          <a:ln w="12700">
            <a:solidFill>
              <a:schemeClr val="tx1"/>
            </a:solidFill>
            <a:miter lim="800000"/>
            <a:headEnd type="none" w="sm" len="sm"/>
            <a:tailEnd type="none" w="sm" len="sm"/>
          </a:ln>
        </p:spPr>
        <p:txBody>
          <a:bodyPr/>
          <a:lstStyle>
            <a:lvl1pPr>
              <a:defRPr sz="2400">
                <a:solidFill>
                  <a:schemeClr val="tx1"/>
                </a:solidFill>
                <a:latin typeface="Times New Roman" pitchFamily="18" charset="0"/>
                <a:ea typeface="MS PGothic" pitchFamily="34" charset="-128"/>
              </a:defRPr>
            </a:lvl1pPr>
            <a:lvl2pPr marL="742950" indent="-285750">
              <a:defRPr sz="2400">
                <a:solidFill>
                  <a:schemeClr val="tx1"/>
                </a:solidFill>
                <a:latin typeface="Times New Roman" pitchFamily="18" charset="0"/>
                <a:ea typeface="MS PGothic" pitchFamily="34" charset="-128"/>
              </a:defRPr>
            </a:lvl2pPr>
            <a:lvl3pPr marL="1143000" indent="-228600">
              <a:defRPr sz="2400">
                <a:solidFill>
                  <a:schemeClr val="tx1"/>
                </a:solidFill>
                <a:latin typeface="Times New Roman" pitchFamily="18" charset="0"/>
                <a:ea typeface="MS PGothic" pitchFamily="34" charset="-128"/>
              </a:defRPr>
            </a:lvl3pPr>
            <a:lvl4pPr marL="1600200" indent="-228600">
              <a:defRPr sz="2400">
                <a:solidFill>
                  <a:schemeClr val="tx1"/>
                </a:solidFill>
                <a:latin typeface="Times New Roman" pitchFamily="18" charset="0"/>
                <a:ea typeface="MS PGothic" pitchFamily="34" charset="-128"/>
              </a:defRPr>
            </a:lvl4pPr>
            <a:lvl5pPr marL="2057400" indent="-228600">
              <a:defRPr sz="2400">
                <a:solidFill>
                  <a:schemeClr val="tx1"/>
                </a:solidFill>
                <a:latin typeface="Times New Roman" pitchFamily="18" charset="0"/>
                <a:ea typeface="MS PGothic" pitchFamily="34" charset="-128"/>
              </a:defRPr>
            </a:lvl5pPr>
            <a:lvl6pPr marL="2514600" indent="-228600" eaLnBrk="0" fontAlgn="base" hangingPunct="0">
              <a:spcBef>
                <a:spcPct val="0"/>
              </a:spcBef>
              <a:spcAft>
                <a:spcPct val="0"/>
              </a:spcAft>
              <a:defRPr sz="2400">
                <a:solidFill>
                  <a:schemeClr val="tx1"/>
                </a:solidFill>
                <a:latin typeface="Times New Roman" pitchFamily="18" charset="0"/>
                <a:ea typeface="MS PGothic" pitchFamily="34" charset="-128"/>
              </a:defRPr>
            </a:lvl6pPr>
            <a:lvl7pPr marL="2971800" indent="-228600" eaLnBrk="0" fontAlgn="base" hangingPunct="0">
              <a:spcBef>
                <a:spcPct val="0"/>
              </a:spcBef>
              <a:spcAft>
                <a:spcPct val="0"/>
              </a:spcAft>
              <a:defRPr sz="2400">
                <a:solidFill>
                  <a:schemeClr val="tx1"/>
                </a:solidFill>
                <a:latin typeface="Times New Roman" pitchFamily="18" charset="0"/>
                <a:ea typeface="MS PGothic" pitchFamily="34" charset="-128"/>
              </a:defRPr>
            </a:lvl7pPr>
            <a:lvl8pPr marL="3429000" indent="-228600" eaLnBrk="0" fontAlgn="base" hangingPunct="0">
              <a:spcBef>
                <a:spcPct val="0"/>
              </a:spcBef>
              <a:spcAft>
                <a:spcPct val="0"/>
              </a:spcAft>
              <a:defRPr sz="2400">
                <a:solidFill>
                  <a:schemeClr val="tx1"/>
                </a:solidFill>
                <a:latin typeface="Times New Roman" pitchFamily="18" charset="0"/>
                <a:ea typeface="MS PGothic" pitchFamily="34" charset="-128"/>
              </a:defRPr>
            </a:lvl8pPr>
            <a:lvl9pPr marL="3886200" indent="-228600" eaLnBrk="0" fontAlgn="base" hangingPunct="0">
              <a:spcBef>
                <a:spcPct val="0"/>
              </a:spcBef>
              <a:spcAft>
                <a:spcPct val="0"/>
              </a:spcAft>
              <a:defRPr sz="2400">
                <a:solidFill>
                  <a:schemeClr val="tx1"/>
                </a:solidFill>
                <a:latin typeface="Times New Roman" pitchFamily="18" charset="0"/>
                <a:ea typeface="MS PGothic" pitchFamily="34" charset="-128"/>
              </a:defRPr>
            </a:lvl9pPr>
          </a:lstStyle>
          <a:p>
            <a:pPr algn="ctr"/>
            <a:r>
              <a:rPr lang="en-US" altLang="en-US" sz="2000"/>
              <a:t>1. Start from the main method to create a window and display it</a:t>
            </a:r>
          </a:p>
        </p:txBody>
      </p:sp>
      <p:sp>
        <p:nvSpPr>
          <p:cNvPr id="64520" name="Rectangle 6"/>
          <p:cNvSpPr>
            <a:spLocks noChangeArrowheads="1"/>
          </p:cNvSpPr>
          <p:nvPr/>
        </p:nvSpPr>
        <p:spPr bwMode="auto">
          <a:xfrm>
            <a:off x="0" y="0"/>
            <a:ext cx="1524000" cy="381000"/>
          </a:xfrm>
          <a:prstGeom prst="rect">
            <a:avLst/>
          </a:prstGeom>
          <a:noFill/>
          <a:ln w="12700">
            <a:solidFill>
              <a:srgbClr val="FF0000"/>
            </a:solidFill>
            <a:miter lim="800000"/>
            <a:headEnd type="none" w="sm" len="sm"/>
            <a:tailEnd type="none" w="sm" len="sm"/>
          </a:ln>
          <a:extLst>
            <a:ext uri="{909E8E84-426E-40DD-AFC4-6F175D3DCCD1}">
              <a14:hiddenFill xmlns:a14="http://schemas.microsoft.com/office/drawing/2010/main">
                <a:solidFill>
                  <a:srgbClr val="FFFFFF"/>
                </a:solidFill>
              </a14:hiddenFill>
            </a:ext>
          </a:extLst>
        </p:spPr>
        <p:txBody>
          <a:bodyPr wrap="none" anchor="ctr"/>
          <a:lstStyle>
            <a:lvl1pPr>
              <a:defRPr sz="2400">
                <a:solidFill>
                  <a:schemeClr val="tx1"/>
                </a:solidFill>
                <a:latin typeface="Times New Roman" pitchFamily="18" charset="0"/>
                <a:ea typeface="MS PGothic" pitchFamily="34" charset="-128"/>
              </a:defRPr>
            </a:lvl1pPr>
            <a:lvl2pPr marL="742950" indent="-285750">
              <a:defRPr sz="2400">
                <a:solidFill>
                  <a:schemeClr val="tx1"/>
                </a:solidFill>
                <a:latin typeface="Times New Roman" pitchFamily="18" charset="0"/>
                <a:ea typeface="MS PGothic" pitchFamily="34" charset="-128"/>
              </a:defRPr>
            </a:lvl2pPr>
            <a:lvl3pPr marL="1143000" indent="-228600">
              <a:defRPr sz="2400">
                <a:solidFill>
                  <a:schemeClr val="tx1"/>
                </a:solidFill>
                <a:latin typeface="Times New Roman" pitchFamily="18" charset="0"/>
                <a:ea typeface="MS PGothic" pitchFamily="34" charset="-128"/>
              </a:defRPr>
            </a:lvl3pPr>
            <a:lvl4pPr marL="1600200" indent="-228600">
              <a:defRPr sz="2400">
                <a:solidFill>
                  <a:schemeClr val="tx1"/>
                </a:solidFill>
                <a:latin typeface="Times New Roman" pitchFamily="18" charset="0"/>
                <a:ea typeface="MS PGothic" pitchFamily="34" charset="-128"/>
              </a:defRPr>
            </a:lvl4pPr>
            <a:lvl5pPr marL="2057400" indent="-228600">
              <a:defRPr sz="2400">
                <a:solidFill>
                  <a:schemeClr val="tx1"/>
                </a:solidFill>
                <a:latin typeface="Times New Roman" pitchFamily="18" charset="0"/>
                <a:ea typeface="MS PGothic" pitchFamily="34" charset="-128"/>
              </a:defRPr>
            </a:lvl5pPr>
            <a:lvl6pPr marL="2514600" indent="-228600" eaLnBrk="0" fontAlgn="base" hangingPunct="0">
              <a:spcBef>
                <a:spcPct val="0"/>
              </a:spcBef>
              <a:spcAft>
                <a:spcPct val="0"/>
              </a:spcAft>
              <a:defRPr sz="2400">
                <a:solidFill>
                  <a:schemeClr val="tx1"/>
                </a:solidFill>
                <a:latin typeface="Times New Roman" pitchFamily="18" charset="0"/>
                <a:ea typeface="MS PGothic" pitchFamily="34" charset="-128"/>
              </a:defRPr>
            </a:lvl6pPr>
            <a:lvl7pPr marL="2971800" indent="-228600" eaLnBrk="0" fontAlgn="base" hangingPunct="0">
              <a:spcBef>
                <a:spcPct val="0"/>
              </a:spcBef>
              <a:spcAft>
                <a:spcPct val="0"/>
              </a:spcAft>
              <a:defRPr sz="2400">
                <a:solidFill>
                  <a:schemeClr val="tx1"/>
                </a:solidFill>
                <a:latin typeface="Times New Roman" pitchFamily="18" charset="0"/>
                <a:ea typeface="MS PGothic" pitchFamily="34" charset="-128"/>
              </a:defRPr>
            </a:lvl7pPr>
            <a:lvl8pPr marL="3429000" indent="-228600" eaLnBrk="0" fontAlgn="base" hangingPunct="0">
              <a:spcBef>
                <a:spcPct val="0"/>
              </a:spcBef>
              <a:spcAft>
                <a:spcPct val="0"/>
              </a:spcAft>
              <a:defRPr sz="2400">
                <a:solidFill>
                  <a:schemeClr val="tx1"/>
                </a:solidFill>
                <a:latin typeface="Times New Roman" pitchFamily="18" charset="0"/>
                <a:ea typeface="MS PGothic" pitchFamily="34" charset="-128"/>
              </a:defRPr>
            </a:lvl8pPr>
            <a:lvl9pPr marL="3886200" indent="-228600" eaLnBrk="0" fontAlgn="base" hangingPunct="0">
              <a:spcBef>
                <a:spcPct val="0"/>
              </a:spcBef>
              <a:spcAft>
                <a:spcPct val="0"/>
              </a:spcAft>
              <a:defRPr sz="2400">
                <a:solidFill>
                  <a:schemeClr val="tx1"/>
                </a:solidFill>
                <a:latin typeface="Times New Roman" pitchFamily="18" charset="0"/>
                <a:ea typeface="MS PGothic" pitchFamily="34" charset="-128"/>
              </a:defRPr>
            </a:lvl9pPr>
          </a:lstStyle>
          <a:p>
            <a:pPr algn="ctr"/>
            <a:r>
              <a:rPr lang="en-US" altLang="en-US" sz="1800">
                <a:solidFill>
                  <a:schemeClr val="bg2"/>
                </a:solidFill>
                <a:latin typeface="Forte" pitchFamily="66" charset="0"/>
              </a:rPr>
              <a:t>animation</a:t>
            </a:r>
            <a:endParaRPr lang="en-US" altLang="en-US"/>
          </a:p>
        </p:txBody>
      </p:sp>
      <p:pic>
        <p:nvPicPr>
          <p:cNvPr id="64521" name="Picture 7"/>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81800" y="2752725"/>
            <a:ext cx="1905000" cy="1047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pic>
      <p:sp>
        <p:nvSpPr>
          <p:cNvPr id="64522" name="Line 8"/>
          <p:cNvSpPr>
            <a:spLocks noChangeShapeType="1"/>
          </p:cNvSpPr>
          <p:nvPr/>
        </p:nvSpPr>
        <p:spPr bwMode="auto">
          <a:xfrm flipV="1">
            <a:off x="2667000" y="2971800"/>
            <a:ext cx="4114800" cy="381000"/>
          </a:xfrm>
          <a:prstGeom prst="line">
            <a:avLst/>
          </a:prstGeom>
          <a:noFill/>
          <a:ln w="44450">
            <a:solidFill>
              <a:srgbClr val="FF0000"/>
            </a:solidFill>
            <a:round/>
            <a:headEnd type="none" w="sm" len="sm"/>
            <a:tailEnd type="stealth" w="sm" len="sm"/>
          </a:ln>
          <a:extLst>
            <a:ext uri="{909E8E84-426E-40DD-AFC4-6F175D3DCCD1}">
              <a14:hiddenFill xmlns:a14="http://schemas.microsoft.com/office/drawing/2010/main">
                <a:noFill/>
              </a14:hiddenFill>
            </a:ext>
          </a:extLst>
        </p:spPr>
        <p:txBody>
          <a:bodyPr/>
          <a:lstStyle/>
          <a:p>
            <a:endParaRPr lang="en-MY"/>
          </a:p>
        </p:txBody>
      </p:sp>
    </p:spTree>
  </p:cSld>
  <p:clrMapOvr>
    <a:masterClrMapping/>
  </p:clrMapOvr>
  <p:transition>
    <p:random/>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4" name="Rectangle 2"/>
          <p:cNvSpPr>
            <a:spLocks noGrp="1" noChangeArrowheads="1"/>
          </p:cNvSpPr>
          <p:nvPr>
            <p:ph type="title" idx="4294967295"/>
          </p:nvPr>
        </p:nvSpPr>
        <p:spPr>
          <a:xfrm>
            <a:off x="2895600" y="228600"/>
            <a:ext cx="6248400" cy="457200"/>
          </a:xfrm>
          <a:prstGeom prst="rect">
            <a:avLst/>
          </a:prstGeom>
        </p:spPr>
        <p:txBody>
          <a:bodyPr/>
          <a:lstStyle/>
          <a:p>
            <a:pPr>
              <a:defRPr/>
            </a:pPr>
            <a:r>
              <a:rPr lang="en-US" sz="4400" b="1" dirty="0">
                <a:solidFill>
                  <a:schemeClr val="tx1"/>
                </a:solidFill>
                <a:latin typeface="Times New Roman" panose="02020603050405020304" pitchFamily="18" charset="0"/>
                <a:ea typeface="ＭＳ Ｐゴシック" charset="0"/>
                <a:cs typeface="Times New Roman" panose="02020603050405020304" pitchFamily="18" charset="0"/>
              </a:rPr>
              <a:t>Trace Execution</a:t>
            </a:r>
          </a:p>
        </p:txBody>
      </p:sp>
      <p:sp>
        <p:nvSpPr>
          <p:cNvPr id="65541" name="Text Box 3"/>
          <p:cNvSpPr txBox="1">
            <a:spLocks noChangeArrowheads="1"/>
          </p:cNvSpPr>
          <p:nvPr/>
        </p:nvSpPr>
        <p:spPr bwMode="auto">
          <a:xfrm>
            <a:off x="228600" y="838200"/>
            <a:ext cx="8686800" cy="5632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New Roman" pitchFamily="18" charset="0"/>
                <a:ea typeface="MS PGothic" pitchFamily="34" charset="-128"/>
              </a:defRPr>
            </a:lvl1pPr>
            <a:lvl2pPr marL="742950" indent="-285750">
              <a:defRPr sz="2400">
                <a:solidFill>
                  <a:schemeClr val="tx1"/>
                </a:solidFill>
                <a:latin typeface="Times New Roman" pitchFamily="18" charset="0"/>
                <a:ea typeface="MS PGothic" pitchFamily="34" charset="-128"/>
              </a:defRPr>
            </a:lvl2pPr>
            <a:lvl3pPr marL="1143000" indent="-228600">
              <a:defRPr sz="2400">
                <a:solidFill>
                  <a:schemeClr val="tx1"/>
                </a:solidFill>
                <a:latin typeface="Times New Roman" pitchFamily="18" charset="0"/>
                <a:ea typeface="MS PGothic" pitchFamily="34" charset="-128"/>
              </a:defRPr>
            </a:lvl3pPr>
            <a:lvl4pPr marL="1600200" indent="-228600">
              <a:defRPr sz="2400">
                <a:solidFill>
                  <a:schemeClr val="tx1"/>
                </a:solidFill>
                <a:latin typeface="Times New Roman" pitchFamily="18" charset="0"/>
                <a:ea typeface="MS PGothic" pitchFamily="34" charset="-128"/>
              </a:defRPr>
            </a:lvl4pPr>
            <a:lvl5pPr marL="2057400" indent="-228600">
              <a:defRPr sz="2400">
                <a:solidFill>
                  <a:schemeClr val="tx1"/>
                </a:solidFill>
                <a:latin typeface="Times New Roman" pitchFamily="18" charset="0"/>
                <a:ea typeface="MS PGothic" pitchFamily="34" charset="-128"/>
              </a:defRPr>
            </a:lvl5pPr>
            <a:lvl6pPr marL="2514600" indent="-228600" eaLnBrk="0" fontAlgn="base" hangingPunct="0">
              <a:spcBef>
                <a:spcPct val="0"/>
              </a:spcBef>
              <a:spcAft>
                <a:spcPct val="0"/>
              </a:spcAft>
              <a:defRPr sz="2400">
                <a:solidFill>
                  <a:schemeClr val="tx1"/>
                </a:solidFill>
                <a:latin typeface="Times New Roman" pitchFamily="18" charset="0"/>
                <a:ea typeface="MS PGothic" pitchFamily="34" charset="-128"/>
              </a:defRPr>
            </a:lvl6pPr>
            <a:lvl7pPr marL="2971800" indent="-228600" eaLnBrk="0" fontAlgn="base" hangingPunct="0">
              <a:spcBef>
                <a:spcPct val="0"/>
              </a:spcBef>
              <a:spcAft>
                <a:spcPct val="0"/>
              </a:spcAft>
              <a:defRPr sz="2400">
                <a:solidFill>
                  <a:schemeClr val="tx1"/>
                </a:solidFill>
                <a:latin typeface="Times New Roman" pitchFamily="18" charset="0"/>
                <a:ea typeface="MS PGothic" pitchFamily="34" charset="-128"/>
              </a:defRPr>
            </a:lvl7pPr>
            <a:lvl8pPr marL="3429000" indent="-228600" eaLnBrk="0" fontAlgn="base" hangingPunct="0">
              <a:spcBef>
                <a:spcPct val="0"/>
              </a:spcBef>
              <a:spcAft>
                <a:spcPct val="0"/>
              </a:spcAft>
              <a:defRPr sz="2400">
                <a:solidFill>
                  <a:schemeClr val="tx1"/>
                </a:solidFill>
                <a:latin typeface="Times New Roman" pitchFamily="18" charset="0"/>
                <a:ea typeface="MS PGothic" pitchFamily="34" charset="-128"/>
              </a:defRPr>
            </a:lvl8pPr>
            <a:lvl9pPr marL="3886200" indent="-228600" eaLnBrk="0" fontAlgn="base" hangingPunct="0">
              <a:spcBef>
                <a:spcPct val="0"/>
              </a:spcBef>
              <a:spcAft>
                <a:spcPct val="0"/>
              </a:spcAft>
              <a:defRPr sz="2400">
                <a:solidFill>
                  <a:schemeClr val="tx1"/>
                </a:solidFill>
                <a:latin typeface="Times New Roman" pitchFamily="18" charset="0"/>
                <a:ea typeface="MS PGothic" pitchFamily="34" charset="-128"/>
              </a:defRPr>
            </a:lvl9pPr>
          </a:lstStyle>
          <a:p>
            <a:r>
              <a:rPr lang="en-US" altLang="en-US" sz="2000" dirty="0">
                <a:solidFill>
                  <a:schemeClr val="bg2"/>
                </a:solidFill>
              </a:rPr>
              <a:t>public class </a:t>
            </a:r>
            <a:r>
              <a:rPr lang="en-US" altLang="en-US" sz="2000" dirty="0" err="1">
                <a:solidFill>
                  <a:schemeClr val="bg2"/>
                </a:solidFill>
              </a:rPr>
              <a:t>HandleEvent</a:t>
            </a:r>
            <a:r>
              <a:rPr lang="en-US" altLang="en-US" sz="2000" dirty="0">
                <a:solidFill>
                  <a:schemeClr val="bg2"/>
                </a:solidFill>
              </a:rPr>
              <a:t> extends Application {</a:t>
            </a:r>
          </a:p>
          <a:p>
            <a:r>
              <a:rPr lang="en-US" altLang="en-US" sz="2000" dirty="0">
                <a:solidFill>
                  <a:schemeClr val="bg2"/>
                </a:solidFill>
              </a:rPr>
              <a:t>  public void start(Stage </a:t>
            </a:r>
            <a:r>
              <a:rPr lang="en-US" altLang="en-US" sz="2000" dirty="0" err="1">
                <a:solidFill>
                  <a:schemeClr val="bg2"/>
                </a:solidFill>
              </a:rPr>
              <a:t>primaryStage</a:t>
            </a:r>
            <a:r>
              <a:rPr lang="en-US" altLang="en-US" sz="2000" dirty="0">
                <a:solidFill>
                  <a:schemeClr val="bg2"/>
                </a:solidFill>
              </a:rPr>
              <a:t>) {</a:t>
            </a:r>
          </a:p>
          <a:p>
            <a:r>
              <a:rPr lang="en-US" altLang="en-US" sz="2000" dirty="0">
                <a:solidFill>
                  <a:schemeClr val="bg2"/>
                </a:solidFill>
              </a:rPr>
              <a:t>    …</a:t>
            </a:r>
          </a:p>
          <a:p>
            <a:r>
              <a:rPr lang="en-US" altLang="en-US" sz="2000" dirty="0">
                <a:solidFill>
                  <a:schemeClr val="bg2"/>
                </a:solidFill>
              </a:rPr>
              <a:t>    </a:t>
            </a:r>
            <a:r>
              <a:rPr lang="en-US" altLang="en-US" sz="2000" dirty="0" err="1">
                <a:solidFill>
                  <a:schemeClr val="bg2"/>
                </a:solidFill>
              </a:rPr>
              <a:t>OKHandlerClass</a:t>
            </a:r>
            <a:r>
              <a:rPr lang="en-US" altLang="en-US" sz="2000" dirty="0">
                <a:solidFill>
                  <a:schemeClr val="bg2"/>
                </a:solidFill>
              </a:rPr>
              <a:t> handler1 = new </a:t>
            </a:r>
            <a:r>
              <a:rPr lang="en-US" altLang="en-US" sz="2000" dirty="0" err="1">
                <a:solidFill>
                  <a:schemeClr val="bg2"/>
                </a:solidFill>
              </a:rPr>
              <a:t>OKHandlerClass</a:t>
            </a:r>
            <a:r>
              <a:rPr lang="en-US" altLang="en-US" sz="2000" dirty="0">
                <a:solidFill>
                  <a:schemeClr val="bg2"/>
                </a:solidFill>
              </a:rPr>
              <a:t>();</a:t>
            </a:r>
          </a:p>
          <a:p>
            <a:r>
              <a:rPr lang="en-US" altLang="en-US" sz="2000" dirty="0">
                <a:solidFill>
                  <a:schemeClr val="bg2"/>
                </a:solidFill>
              </a:rPr>
              <a:t>    </a:t>
            </a:r>
            <a:r>
              <a:rPr lang="en-US" altLang="en-US" sz="2000" dirty="0" err="1">
                <a:solidFill>
                  <a:schemeClr val="bg2"/>
                </a:solidFill>
              </a:rPr>
              <a:t>btOK.setOnAction</a:t>
            </a:r>
            <a:r>
              <a:rPr lang="en-US" altLang="en-US" sz="2000" dirty="0">
                <a:solidFill>
                  <a:schemeClr val="bg2"/>
                </a:solidFill>
              </a:rPr>
              <a:t>(handler1);</a:t>
            </a:r>
          </a:p>
          <a:p>
            <a:r>
              <a:rPr lang="en-US" altLang="en-US" sz="2000" dirty="0">
                <a:solidFill>
                  <a:schemeClr val="bg2"/>
                </a:solidFill>
              </a:rPr>
              <a:t>    </a:t>
            </a:r>
            <a:r>
              <a:rPr lang="en-US" altLang="en-US" sz="2000" dirty="0" err="1">
                <a:solidFill>
                  <a:schemeClr val="bg2"/>
                </a:solidFill>
              </a:rPr>
              <a:t>CancelHandlerClass</a:t>
            </a:r>
            <a:r>
              <a:rPr lang="en-US" altLang="en-US" sz="2000" dirty="0">
                <a:solidFill>
                  <a:schemeClr val="bg2"/>
                </a:solidFill>
              </a:rPr>
              <a:t> handler2 = new </a:t>
            </a:r>
            <a:r>
              <a:rPr lang="en-US" altLang="en-US" sz="2000" dirty="0" err="1">
                <a:solidFill>
                  <a:schemeClr val="bg2"/>
                </a:solidFill>
              </a:rPr>
              <a:t>CancelHandlerClass</a:t>
            </a:r>
            <a:r>
              <a:rPr lang="en-US" altLang="en-US" sz="2000" dirty="0">
                <a:solidFill>
                  <a:schemeClr val="bg2"/>
                </a:solidFill>
              </a:rPr>
              <a:t>();</a:t>
            </a:r>
          </a:p>
          <a:p>
            <a:r>
              <a:rPr lang="en-US" altLang="en-US" sz="2000" dirty="0">
                <a:solidFill>
                  <a:schemeClr val="bg2"/>
                </a:solidFill>
              </a:rPr>
              <a:t>    </a:t>
            </a:r>
            <a:r>
              <a:rPr lang="en-US" altLang="en-US" sz="2000" dirty="0" err="1">
                <a:solidFill>
                  <a:schemeClr val="bg2"/>
                </a:solidFill>
              </a:rPr>
              <a:t>btCancel.setOnAction</a:t>
            </a:r>
            <a:r>
              <a:rPr lang="en-US" altLang="en-US" sz="2000" dirty="0">
                <a:solidFill>
                  <a:schemeClr val="bg2"/>
                </a:solidFill>
              </a:rPr>
              <a:t>(handler2);</a:t>
            </a:r>
          </a:p>
          <a:p>
            <a:r>
              <a:rPr lang="en-US" altLang="en-US" sz="2000" dirty="0">
                <a:solidFill>
                  <a:schemeClr val="bg2"/>
                </a:solidFill>
              </a:rPr>
              <a:t>    …    </a:t>
            </a:r>
          </a:p>
          <a:p>
            <a:r>
              <a:rPr lang="en-US" altLang="en-US" sz="2000" dirty="0">
                <a:solidFill>
                  <a:schemeClr val="bg2"/>
                </a:solidFill>
              </a:rPr>
              <a:t>    </a:t>
            </a:r>
            <a:r>
              <a:rPr lang="en-US" altLang="en-US" sz="2000" dirty="0" err="1">
                <a:solidFill>
                  <a:schemeClr val="bg2"/>
                </a:solidFill>
              </a:rPr>
              <a:t>primaryStage.show</a:t>
            </a:r>
            <a:r>
              <a:rPr lang="en-US" altLang="en-US" sz="2000" dirty="0">
                <a:solidFill>
                  <a:schemeClr val="bg2"/>
                </a:solidFill>
              </a:rPr>
              <a:t>(); // Display the stage</a:t>
            </a:r>
          </a:p>
          <a:p>
            <a:r>
              <a:rPr lang="en-US" altLang="en-US" sz="2000" dirty="0">
                <a:solidFill>
                  <a:schemeClr val="bg2"/>
                </a:solidFill>
              </a:rPr>
              <a:t>  }</a:t>
            </a:r>
          </a:p>
          <a:p>
            <a:r>
              <a:rPr lang="en-US" altLang="en-US" sz="2000" dirty="0">
                <a:solidFill>
                  <a:schemeClr val="bg2"/>
                </a:solidFill>
              </a:rPr>
              <a:t>} </a:t>
            </a:r>
          </a:p>
          <a:p>
            <a:endParaRPr lang="en-US" altLang="en-US" sz="2000" dirty="0">
              <a:solidFill>
                <a:schemeClr val="bg2"/>
              </a:solidFill>
            </a:endParaRPr>
          </a:p>
          <a:p>
            <a:r>
              <a:rPr lang="en-US" altLang="en-US" sz="2000" dirty="0">
                <a:solidFill>
                  <a:schemeClr val="bg2"/>
                </a:solidFill>
              </a:rPr>
              <a:t>class </a:t>
            </a:r>
            <a:r>
              <a:rPr lang="en-US" altLang="en-US" sz="2000" dirty="0" err="1">
                <a:solidFill>
                  <a:schemeClr val="bg2"/>
                </a:solidFill>
              </a:rPr>
              <a:t>OKHandlerClass</a:t>
            </a:r>
            <a:r>
              <a:rPr lang="en-US" altLang="en-US" sz="2000" dirty="0">
                <a:solidFill>
                  <a:schemeClr val="bg2"/>
                </a:solidFill>
              </a:rPr>
              <a:t> implements </a:t>
            </a:r>
            <a:r>
              <a:rPr lang="en-US" altLang="en-US" sz="2000" dirty="0" err="1">
                <a:solidFill>
                  <a:schemeClr val="bg2"/>
                </a:solidFill>
              </a:rPr>
              <a:t>EventHandler</a:t>
            </a:r>
            <a:r>
              <a:rPr lang="en-US" altLang="en-US" sz="2000" dirty="0">
                <a:solidFill>
                  <a:schemeClr val="bg2"/>
                </a:solidFill>
              </a:rPr>
              <a:t>&lt;</a:t>
            </a:r>
            <a:r>
              <a:rPr lang="en-US" altLang="en-US" sz="2000" dirty="0" err="1">
                <a:solidFill>
                  <a:schemeClr val="bg2"/>
                </a:solidFill>
              </a:rPr>
              <a:t>ActionEvent</a:t>
            </a:r>
            <a:r>
              <a:rPr lang="en-US" altLang="en-US" sz="2000" dirty="0">
                <a:solidFill>
                  <a:schemeClr val="bg2"/>
                </a:solidFill>
              </a:rPr>
              <a:t>&gt; {</a:t>
            </a:r>
          </a:p>
          <a:p>
            <a:r>
              <a:rPr lang="en-US" altLang="en-US" sz="2000" dirty="0">
                <a:solidFill>
                  <a:schemeClr val="bg2"/>
                </a:solidFill>
              </a:rPr>
              <a:t>  @Override</a:t>
            </a:r>
          </a:p>
          <a:p>
            <a:r>
              <a:rPr lang="en-US" altLang="en-US" sz="2000" dirty="0">
                <a:solidFill>
                  <a:schemeClr val="bg2"/>
                </a:solidFill>
              </a:rPr>
              <a:t>  public void handle(</a:t>
            </a:r>
            <a:r>
              <a:rPr lang="en-US" altLang="en-US" sz="2000" dirty="0" err="1">
                <a:solidFill>
                  <a:schemeClr val="bg2"/>
                </a:solidFill>
              </a:rPr>
              <a:t>ActionEvent</a:t>
            </a:r>
            <a:r>
              <a:rPr lang="en-US" altLang="en-US" sz="2000" dirty="0">
                <a:solidFill>
                  <a:schemeClr val="bg2"/>
                </a:solidFill>
              </a:rPr>
              <a:t> e) {</a:t>
            </a:r>
          </a:p>
          <a:p>
            <a:r>
              <a:rPr lang="en-US" altLang="en-US" sz="2000" dirty="0">
                <a:solidFill>
                  <a:schemeClr val="bg2"/>
                </a:solidFill>
              </a:rPr>
              <a:t>    </a:t>
            </a:r>
            <a:r>
              <a:rPr lang="en-US" altLang="en-US" sz="2000" dirty="0" err="1">
                <a:solidFill>
                  <a:schemeClr val="bg2"/>
                </a:solidFill>
              </a:rPr>
              <a:t>System.out.println</a:t>
            </a:r>
            <a:r>
              <a:rPr lang="en-US" altLang="en-US" sz="2000" dirty="0">
                <a:solidFill>
                  <a:schemeClr val="bg2"/>
                </a:solidFill>
              </a:rPr>
              <a:t>("OK button clicked"); </a:t>
            </a:r>
          </a:p>
          <a:p>
            <a:r>
              <a:rPr lang="en-US" altLang="en-US" sz="2000" dirty="0">
                <a:solidFill>
                  <a:schemeClr val="bg2"/>
                </a:solidFill>
              </a:rPr>
              <a:t>  }</a:t>
            </a:r>
          </a:p>
          <a:p>
            <a:r>
              <a:rPr lang="en-US" altLang="en-US" sz="2000" dirty="0">
                <a:solidFill>
                  <a:schemeClr val="bg2"/>
                </a:solidFill>
              </a:rPr>
              <a:t>}</a:t>
            </a:r>
          </a:p>
        </p:txBody>
      </p:sp>
      <p:sp>
        <p:nvSpPr>
          <p:cNvPr id="65542" name="Rectangle 6"/>
          <p:cNvSpPr>
            <a:spLocks noChangeArrowheads="1"/>
          </p:cNvSpPr>
          <p:nvPr/>
        </p:nvSpPr>
        <p:spPr bwMode="auto">
          <a:xfrm>
            <a:off x="0" y="0"/>
            <a:ext cx="1524000" cy="381000"/>
          </a:xfrm>
          <a:prstGeom prst="rect">
            <a:avLst/>
          </a:prstGeom>
          <a:noFill/>
          <a:ln w="12700">
            <a:solidFill>
              <a:srgbClr val="FF0000"/>
            </a:solidFill>
            <a:miter lim="800000"/>
            <a:headEnd type="none" w="sm" len="sm"/>
            <a:tailEnd type="none" w="sm" len="sm"/>
          </a:ln>
          <a:extLst>
            <a:ext uri="{909E8E84-426E-40DD-AFC4-6F175D3DCCD1}">
              <a14:hiddenFill xmlns:a14="http://schemas.microsoft.com/office/drawing/2010/main">
                <a:solidFill>
                  <a:srgbClr val="FFFFFF"/>
                </a:solidFill>
              </a14:hiddenFill>
            </a:ext>
          </a:extLst>
        </p:spPr>
        <p:txBody>
          <a:bodyPr wrap="none" anchor="ctr"/>
          <a:lstStyle>
            <a:lvl1pPr>
              <a:defRPr sz="2400">
                <a:solidFill>
                  <a:schemeClr val="tx1"/>
                </a:solidFill>
                <a:latin typeface="Times New Roman" pitchFamily="18" charset="0"/>
                <a:ea typeface="MS PGothic" pitchFamily="34" charset="-128"/>
              </a:defRPr>
            </a:lvl1pPr>
            <a:lvl2pPr marL="742950" indent="-285750">
              <a:defRPr sz="2400">
                <a:solidFill>
                  <a:schemeClr val="tx1"/>
                </a:solidFill>
                <a:latin typeface="Times New Roman" pitchFamily="18" charset="0"/>
                <a:ea typeface="MS PGothic" pitchFamily="34" charset="-128"/>
              </a:defRPr>
            </a:lvl2pPr>
            <a:lvl3pPr marL="1143000" indent="-228600">
              <a:defRPr sz="2400">
                <a:solidFill>
                  <a:schemeClr val="tx1"/>
                </a:solidFill>
                <a:latin typeface="Times New Roman" pitchFamily="18" charset="0"/>
                <a:ea typeface="MS PGothic" pitchFamily="34" charset="-128"/>
              </a:defRPr>
            </a:lvl3pPr>
            <a:lvl4pPr marL="1600200" indent="-228600">
              <a:defRPr sz="2400">
                <a:solidFill>
                  <a:schemeClr val="tx1"/>
                </a:solidFill>
                <a:latin typeface="Times New Roman" pitchFamily="18" charset="0"/>
                <a:ea typeface="MS PGothic" pitchFamily="34" charset="-128"/>
              </a:defRPr>
            </a:lvl4pPr>
            <a:lvl5pPr marL="2057400" indent="-228600">
              <a:defRPr sz="2400">
                <a:solidFill>
                  <a:schemeClr val="tx1"/>
                </a:solidFill>
                <a:latin typeface="Times New Roman" pitchFamily="18" charset="0"/>
                <a:ea typeface="MS PGothic" pitchFamily="34" charset="-128"/>
              </a:defRPr>
            </a:lvl5pPr>
            <a:lvl6pPr marL="2514600" indent="-228600" eaLnBrk="0" fontAlgn="base" hangingPunct="0">
              <a:spcBef>
                <a:spcPct val="0"/>
              </a:spcBef>
              <a:spcAft>
                <a:spcPct val="0"/>
              </a:spcAft>
              <a:defRPr sz="2400">
                <a:solidFill>
                  <a:schemeClr val="tx1"/>
                </a:solidFill>
                <a:latin typeface="Times New Roman" pitchFamily="18" charset="0"/>
                <a:ea typeface="MS PGothic" pitchFamily="34" charset="-128"/>
              </a:defRPr>
            </a:lvl6pPr>
            <a:lvl7pPr marL="2971800" indent="-228600" eaLnBrk="0" fontAlgn="base" hangingPunct="0">
              <a:spcBef>
                <a:spcPct val="0"/>
              </a:spcBef>
              <a:spcAft>
                <a:spcPct val="0"/>
              </a:spcAft>
              <a:defRPr sz="2400">
                <a:solidFill>
                  <a:schemeClr val="tx1"/>
                </a:solidFill>
                <a:latin typeface="Times New Roman" pitchFamily="18" charset="0"/>
                <a:ea typeface="MS PGothic" pitchFamily="34" charset="-128"/>
              </a:defRPr>
            </a:lvl7pPr>
            <a:lvl8pPr marL="3429000" indent="-228600" eaLnBrk="0" fontAlgn="base" hangingPunct="0">
              <a:spcBef>
                <a:spcPct val="0"/>
              </a:spcBef>
              <a:spcAft>
                <a:spcPct val="0"/>
              </a:spcAft>
              <a:defRPr sz="2400">
                <a:solidFill>
                  <a:schemeClr val="tx1"/>
                </a:solidFill>
                <a:latin typeface="Times New Roman" pitchFamily="18" charset="0"/>
                <a:ea typeface="MS PGothic" pitchFamily="34" charset="-128"/>
              </a:defRPr>
            </a:lvl8pPr>
            <a:lvl9pPr marL="3886200" indent="-228600" eaLnBrk="0" fontAlgn="base" hangingPunct="0">
              <a:spcBef>
                <a:spcPct val="0"/>
              </a:spcBef>
              <a:spcAft>
                <a:spcPct val="0"/>
              </a:spcAft>
              <a:defRPr sz="2400">
                <a:solidFill>
                  <a:schemeClr val="tx1"/>
                </a:solidFill>
                <a:latin typeface="Times New Roman" pitchFamily="18" charset="0"/>
                <a:ea typeface="MS PGothic" pitchFamily="34" charset="-128"/>
              </a:defRPr>
            </a:lvl9pPr>
          </a:lstStyle>
          <a:p>
            <a:pPr algn="ctr"/>
            <a:r>
              <a:rPr lang="en-US" altLang="en-US" sz="1800">
                <a:solidFill>
                  <a:schemeClr val="bg2"/>
                </a:solidFill>
                <a:latin typeface="Forte" pitchFamily="66" charset="0"/>
              </a:rPr>
              <a:t>animation</a:t>
            </a:r>
            <a:endParaRPr lang="en-US" altLang="en-US"/>
          </a:p>
        </p:txBody>
      </p:sp>
      <p:pic>
        <p:nvPicPr>
          <p:cNvPr id="65543" name="Picture 7"/>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00800" y="3276600"/>
            <a:ext cx="1905000" cy="1047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pic>
      <p:sp>
        <p:nvSpPr>
          <p:cNvPr id="65544" name="AutoShape 5"/>
          <p:cNvSpPr>
            <a:spLocks noChangeArrowheads="1"/>
          </p:cNvSpPr>
          <p:nvPr/>
        </p:nvSpPr>
        <p:spPr bwMode="auto">
          <a:xfrm>
            <a:off x="6172200" y="990600"/>
            <a:ext cx="2514600" cy="1371600"/>
          </a:xfrm>
          <a:prstGeom prst="wedgeRoundRectCallout">
            <a:avLst>
              <a:gd name="adj1" fmla="val -12375"/>
              <a:gd name="adj2" fmla="val 144444"/>
              <a:gd name="adj3" fmla="val 16667"/>
            </a:avLst>
          </a:prstGeom>
          <a:solidFill>
            <a:schemeClr val="accent1"/>
          </a:solidFill>
          <a:ln w="12700">
            <a:solidFill>
              <a:schemeClr val="tx1"/>
            </a:solidFill>
            <a:miter lim="800000"/>
            <a:headEnd type="none" w="sm" len="sm"/>
            <a:tailEnd type="none" w="sm" len="sm"/>
          </a:ln>
        </p:spPr>
        <p:txBody>
          <a:bodyPr/>
          <a:lstStyle>
            <a:lvl1pPr>
              <a:defRPr sz="2400">
                <a:solidFill>
                  <a:schemeClr val="tx1"/>
                </a:solidFill>
                <a:latin typeface="Times New Roman" pitchFamily="18" charset="0"/>
                <a:ea typeface="MS PGothic" pitchFamily="34" charset="-128"/>
              </a:defRPr>
            </a:lvl1pPr>
            <a:lvl2pPr marL="742950" indent="-285750">
              <a:defRPr sz="2400">
                <a:solidFill>
                  <a:schemeClr val="tx1"/>
                </a:solidFill>
                <a:latin typeface="Times New Roman" pitchFamily="18" charset="0"/>
                <a:ea typeface="MS PGothic" pitchFamily="34" charset="-128"/>
              </a:defRPr>
            </a:lvl2pPr>
            <a:lvl3pPr marL="1143000" indent="-228600">
              <a:defRPr sz="2400">
                <a:solidFill>
                  <a:schemeClr val="tx1"/>
                </a:solidFill>
                <a:latin typeface="Times New Roman" pitchFamily="18" charset="0"/>
                <a:ea typeface="MS PGothic" pitchFamily="34" charset="-128"/>
              </a:defRPr>
            </a:lvl3pPr>
            <a:lvl4pPr marL="1600200" indent="-228600">
              <a:defRPr sz="2400">
                <a:solidFill>
                  <a:schemeClr val="tx1"/>
                </a:solidFill>
                <a:latin typeface="Times New Roman" pitchFamily="18" charset="0"/>
                <a:ea typeface="MS PGothic" pitchFamily="34" charset="-128"/>
              </a:defRPr>
            </a:lvl4pPr>
            <a:lvl5pPr marL="2057400" indent="-228600">
              <a:defRPr sz="2400">
                <a:solidFill>
                  <a:schemeClr val="tx1"/>
                </a:solidFill>
                <a:latin typeface="Times New Roman" pitchFamily="18" charset="0"/>
                <a:ea typeface="MS PGothic" pitchFamily="34" charset="-128"/>
              </a:defRPr>
            </a:lvl5pPr>
            <a:lvl6pPr marL="2514600" indent="-228600" eaLnBrk="0" fontAlgn="base" hangingPunct="0">
              <a:spcBef>
                <a:spcPct val="0"/>
              </a:spcBef>
              <a:spcAft>
                <a:spcPct val="0"/>
              </a:spcAft>
              <a:defRPr sz="2400">
                <a:solidFill>
                  <a:schemeClr val="tx1"/>
                </a:solidFill>
                <a:latin typeface="Times New Roman" pitchFamily="18" charset="0"/>
                <a:ea typeface="MS PGothic" pitchFamily="34" charset="-128"/>
              </a:defRPr>
            </a:lvl6pPr>
            <a:lvl7pPr marL="2971800" indent="-228600" eaLnBrk="0" fontAlgn="base" hangingPunct="0">
              <a:spcBef>
                <a:spcPct val="0"/>
              </a:spcBef>
              <a:spcAft>
                <a:spcPct val="0"/>
              </a:spcAft>
              <a:defRPr sz="2400">
                <a:solidFill>
                  <a:schemeClr val="tx1"/>
                </a:solidFill>
                <a:latin typeface="Times New Roman" pitchFamily="18" charset="0"/>
                <a:ea typeface="MS PGothic" pitchFamily="34" charset="-128"/>
              </a:defRPr>
            </a:lvl7pPr>
            <a:lvl8pPr marL="3429000" indent="-228600" eaLnBrk="0" fontAlgn="base" hangingPunct="0">
              <a:spcBef>
                <a:spcPct val="0"/>
              </a:spcBef>
              <a:spcAft>
                <a:spcPct val="0"/>
              </a:spcAft>
              <a:defRPr sz="2400">
                <a:solidFill>
                  <a:schemeClr val="tx1"/>
                </a:solidFill>
                <a:latin typeface="Times New Roman" pitchFamily="18" charset="0"/>
                <a:ea typeface="MS PGothic" pitchFamily="34" charset="-128"/>
              </a:defRPr>
            </a:lvl8pPr>
            <a:lvl9pPr marL="3886200" indent="-228600" eaLnBrk="0" fontAlgn="base" hangingPunct="0">
              <a:spcBef>
                <a:spcPct val="0"/>
              </a:spcBef>
              <a:spcAft>
                <a:spcPct val="0"/>
              </a:spcAft>
              <a:defRPr sz="2400">
                <a:solidFill>
                  <a:schemeClr val="tx1"/>
                </a:solidFill>
                <a:latin typeface="Times New Roman" pitchFamily="18" charset="0"/>
                <a:ea typeface="MS PGothic" pitchFamily="34" charset="-128"/>
              </a:defRPr>
            </a:lvl9pPr>
          </a:lstStyle>
          <a:p>
            <a:pPr algn="ctr"/>
            <a:r>
              <a:rPr lang="en-US" altLang="en-US" sz="2000"/>
              <a:t>2. Click OK</a:t>
            </a:r>
          </a:p>
        </p:txBody>
      </p:sp>
    </p:spTree>
  </p:cSld>
  <p:clrMapOvr>
    <a:masterClrMapping/>
  </p:clrMapOvr>
  <p:transition>
    <p:random/>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8" name="Rectangle 2"/>
          <p:cNvSpPr>
            <a:spLocks noGrp="1" noChangeArrowheads="1"/>
          </p:cNvSpPr>
          <p:nvPr>
            <p:ph type="title" idx="4294967295"/>
          </p:nvPr>
        </p:nvSpPr>
        <p:spPr>
          <a:xfrm>
            <a:off x="2895600" y="190500"/>
            <a:ext cx="6248400" cy="457200"/>
          </a:xfrm>
          <a:prstGeom prst="rect">
            <a:avLst/>
          </a:prstGeom>
        </p:spPr>
        <p:txBody>
          <a:bodyPr/>
          <a:lstStyle/>
          <a:p>
            <a:pPr>
              <a:defRPr/>
            </a:pPr>
            <a:r>
              <a:rPr lang="en-US" sz="4400" b="1" dirty="0">
                <a:solidFill>
                  <a:schemeClr val="tx1"/>
                </a:solidFill>
                <a:latin typeface="Times New Roman" panose="02020603050405020304" pitchFamily="18" charset="0"/>
                <a:ea typeface="ＭＳ Ｐゴシック" charset="0"/>
                <a:cs typeface="Times New Roman" panose="02020603050405020304" pitchFamily="18" charset="0"/>
              </a:rPr>
              <a:t>Trace Execution</a:t>
            </a:r>
          </a:p>
        </p:txBody>
      </p:sp>
      <p:sp>
        <p:nvSpPr>
          <p:cNvPr id="66565" name="Text Box 3"/>
          <p:cNvSpPr txBox="1">
            <a:spLocks noChangeArrowheads="1"/>
          </p:cNvSpPr>
          <p:nvPr/>
        </p:nvSpPr>
        <p:spPr bwMode="auto">
          <a:xfrm>
            <a:off x="228600" y="838200"/>
            <a:ext cx="8686800" cy="5632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New Roman" pitchFamily="18" charset="0"/>
                <a:ea typeface="MS PGothic" pitchFamily="34" charset="-128"/>
              </a:defRPr>
            </a:lvl1pPr>
            <a:lvl2pPr marL="742950" indent="-285750">
              <a:defRPr sz="2400">
                <a:solidFill>
                  <a:schemeClr val="tx1"/>
                </a:solidFill>
                <a:latin typeface="Times New Roman" pitchFamily="18" charset="0"/>
                <a:ea typeface="MS PGothic" pitchFamily="34" charset="-128"/>
              </a:defRPr>
            </a:lvl2pPr>
            <a:lvl3pPr marL="1143000" indent="-228600">
              <a:defRPr sz="2400">
                <a:solidFill>
                  <a:schemeClr val="tx1"/>
                </a:solidFill>
                <a:latin typeface="Times New Roman" pitchFamily="18" charset="0"/>
                <a:ea typeface="MS PGothic" pitchFamily="34" charset="-128"/>
              </a:defRPr>
            </a:lvl3pPr>
            <a:lvl4pPr marL="1600200" indent="-228600">
              <a:defRPr sz="2400">
                <a:solidFill>
                  <a:schemeClr val="tx1"/>
                </a:solidFill>
                <a:latin typeface="Times New Roman" pitchFamily="18" charset="0"/>
                <a:ea typeface="MS PGothic" pitchFamily="34" charset="-128"/>
              </a:defRPr>
            </a:lvl4pPr>
            <a:lvl5pPr marL="2057400" indent="-228600">
              <a:defRPr sz="2400">
                <a:solidFill>
                  <a:schemeClr val="tx1"/>
                </a:solidFill>
                <a:latin typeface="Times New Roman" pitchFamily="18" charset="0"/>
                <a:ea typeface="MS PGothic" pitchFamily="34" charset="-128"/>
              </a:defRPr>
            </a:lvl5pPr>
            <a:lvl6pPr marL="2514600" indent="-228600" eaLnBrk="0" fontAlgn="base" hangingPunct="0">
              <a:spcBef>
                <a:spcPct val="0"/>
              </a:spcBef>
              <a:spcAft>
                <a:spcPct val="0"/>
              </a:spcAft>
              <a:defRPr sz="2400">
                <a:solidFill>
                  <a:schemeClr val="tx1"/>
                </a:solidFill>
                <a:latin typeface="Times New Roman" pitchFamily="18" charset="0"/>
                <a:ea typeface="MS PGothic" pitchFamily="34" charset="-128"/>
              </a:defRPr>
            </a:lvl6pPr>
            <a:lvl7pPr marL="2971800" indent="-228600" eaLnBrk="0" fontAlgn="base" hangingPunct="0">
              <a:spcBef>
                <a:spcPct val="0"/>
              </a:spcBef>
              <a:spcAft>
                <a:spcPct val="0"/>
              </a:spcAft>
              <a:defRPr sz="2400">
                <a:solidFill>
                  <a:schemeClr val="tx1"/>
                </a:solidFill>
                <a:latin typeface="Times New Roman" pitchFamily="18" charset="0"/>
                <a:ea typeface="MS PGothic" pitchFamily="34" charset="-128"/>
              </a:defRPr>
            </a:lvl7pPr>
            <a:lvl8pPr marL="3429000" indent="-228600" eaLnBrk="0" fontAlgn="base" hangingPunct="0">
              <a:spcBef>
                <a:spcPct val="0"/>
              </a:spcBef>
              <a:spcAft>
                <a:spcPct val="0"/>
              </a:spcAft>
              <a:defRPr sz="2400">
                <a:solidFill>
                  <a:schemeClr val="tx1"/>
                </a:solidFill>
                <a:latin typeface="Times New Roman" pitchFamily="18" charset="0"/>
                <a:ea typeface="MS PGothic" pitchFamily="34" charset="-128"/>
              </a:defRPr>
            </a:lvl8pPr>
            <a:lvl9pPr marL="3886200" indent="-228600" eaLnBrk="0" fontAlgn="base" hangingPunct="0">
              <a:spcBef>
                <a:spcPct val="0"/>
              </a:spcBef>
              <a:spcAft>
                <a:spcPct val="0"/>
              </a:spcAft>
              <a:defRPr sz="2400">
                <a:solidFill>
                  <a:schemeClr val="tx1"/>
                </a:solidFill>
                <a:latin typeface="Times New Roman" pitchFamily="18" charset="0"/>
                <a:ea typeface="MS PGothic" pitchFamily="34" charset="-128"/>
              </a:defRPr>
            </a:lvl9pPr>
          </a:lstStyle>
          <a:p>
            <a:r>
              <a:rPr lang="en-US" altLang="en-US" sz="2000" dirty="0">
                <a:solidFill>
                  <a:schemeClr val="bg2"/>
                </a:solidFill>
              </a:rPr>
              <a:t>public class </a:t>
            </a:r>
            <a:r>
              <a:rPr lang="en-US" altLang="en-US" sz="2000" dirty="0" err="1">
                <a:solidFill>
                  <a:schemeClr val="bg2"/>
                </a:solidFill>
              </a:rPr>
              <a:t>HandleEvent</a:t>
            </a:r>
            <a:r>
              <a:rPr lang="en-US" altLang="en-US" sz="2000" dirty="0">
                <a:solidFill>
                  <a:schemeClr val="bg2"/>
                </a:solidFill>
              </a:rPr>
              <a:t> extends Application {</a:t>
            </a:r>
          </a:p>
          <a:p>
            <a:r>
              <a:rPr lang="en-US" altLang="en-US" sz="2000" dirty="0">
                <a:solidFill>
                  <a:schemeClr val="bg2"/>
                </a:solidFill>
              </a:rPr>
              <a:t>  public void start(Stage </a:t>
            </a:r>
            <a:r>
              <a:rPr lang="en-US" altLang="en-US" sz="2000" dirty="0" err="1">
                <a:solidFill>
                  <a:schemeClr val="bg2"/>
                </a:solidFill>
              </a:rPr>
              <a:t>primaryStage</a:t>
            </a:r>
            <a:r>
              <a:rPr lang="en-US" altLang="en-US" sz="2000" dirty="0">
                <a:solidFill>
                  <a:schemeClr val="bg2"/>
                </a:solidFill>
              </a:rPr>
              <a:t>) {</a:t>
            </a:r>
          </a:p>
          <a:p>
            <a:r>
              <a:rPr lang="en-US" altLang="en-US" sz="2000" dirty="0">
                <a:solidFill>
                  <a:schemeClr val="bg2"/>
                </a:solidFill>
              </a:rPr>
              <a:t>    …</a:t>
            </a:r>
          </a:p>
          <a:p>
            <a:r>
              <a:rPr lang="en-US" altLang="en-US" sz="2000" dirty="0">
                <a:solidFill>
                  <a:schemeClr val="bg2"/>
                </a:solidFill>
              </a:rPr>
              <a:t>    </a:t>
            </a:r>
            <a:r>
              <a:rPr lang="en-US" altLang="en-US" sz="2000" dirty="0" err="1">
                <a:solidFill>
                  <a:schemeClr val="bg2"/>
                </a:solidFill>
              </a:rPr>
              <a:t>OKHandlerClass</a:t>
            </a:r>
            <a:r>
              <a:rPr lang="en-US" altLang="en-US" sz="2000" dirty="0">
                <a:solidFill>
                  <a:schemeClr val="bg2"/>
                </a:solidFill>
              </a:rPr>
              <a:t> handler1 = new </a:t>
            </a:r>
            <a:r>
              <a:rPr lang="en-US" altLang="en-US" sz="2000" dirty="0" err="1">
                <a:solidFill>
                  <a:schemeClr val="bg2"/>
                </a:solidFill>
              </a:rPr>
              <a:t>OKHandlerClass</a:t>
            </a:r>
            <a:r>
              <a:rPr lang="en-US" altLang="en-US" sz="2000" dirty="0">
                <a:solidFill>
                  <a:schemeClr val="bg2"/>
                </a:solidFill>
              </a:rPr>
              <a:t>();</a:t>
            </a:r>
          </a:p>
          <a:p>
            <a:r>
              <a:rPr lang="en-US" altLang="en-US" sz="2000" dirty="0">
                <a:solidFill>
                  <a:schemeClr val="bg2"/>
                </a:solidFill>
              </a:rPr>
              <a:t>    </a:t>
            </a:r>
            <a:r>
              <a:rPr lang="en-US" altLang="en-US" sz="2000" dirty="0" err="1">
                <a:solidFill>
                  <a:schemeClr val="bg2"/>
                </a:solidFill>
              </a:rPr>
              <a:t>btOK.setOnAction</a:t>
            </a:r>
            <a:r>
              <a:rPr lang="en-US" altLang="en-US" sz="2000" dirty="0">
                <a:solidFill>
                  <a:schemeClr val="bg2"/>
                </a:solidFill>
              </a:rPr>
              <a:t>(handler1);</a:t>
            </a:r>
          </a:p>
          <a:p>
            <a:r>
              <a:rPr lang="en-US" altLang="en-US" sz="2000" dirty="0">
                <a:solidFill>
                  <a:schemeClr val="bg2"/>
                </a:solidFill>
              </a:rPr>
              <a:t>    </a:t>
            </a:r>
            <a:r>
              <a:rPr lang="en-US" altLang="en-US" sz="2000" dirty="0" err="1">
                <a:solidFill>
                  <a:schemeClr val="bg2"/>
                </a:solidFill>
              </a:rPr>
              <a:t>CancelHandlerClass</a:t>
            </a:r>
            <a:r>
              <a:rPr lang="en-US" altLang="en-US" sz="2000" dirty="0">
                <a:solidFill>
                  <a:schemeClr val="bg2"/>
                </a:solidFill>
              </a:rPr>
              <a:t> handler2 = new </a:t>
            </a:r>
            <a:r>
              <a:rPr lang="en-US" altLang="en-US" sz="2000" dirty="0" err="1">
                <a:solidFill>
                  <a:schemeClr val="bg2"/>
                </a:solidFill>
              </a:rPr>
              <a:t>CancelHandlerClass</a:t>
            </a:r>
            <a:r>
              <a:rPr lang="en-US" altLang="en-US" sz="2000" dirty="0">
                <a:solidFill>
                  <a:schemeClr val="bg2"/>
                </a:solidFill>
              </a:rPr>
              <a:t>();</a:t>
            </a:r>
          </a:p>
          <a:p>
            <a:r>
              <a:rPr lang="en-US" altLang="en-US" sz="2000" dirty="0">
                <a:solidFill>
                  <a:schemeClr val="bg2"/>
                </a:solidFill>
              </a:rPr>
              <a:t>    </a:t>
            </a:r>
            <a:r>
              <a:rPr lang="en-US" altLang="en-US" sz="2000" dirty="0" err="1">
                <a:solidFill>
                  <a:schemeClr val="bg2"/>
                </a:solidFill>
              </a:rPr>
              <a:t>btCancel.setOnAction</a:t>
            </a:r>
            <a:r>
              <a:rPr lang="en-US" altLang="en-US" sz="2000" dirty="0">
                <a:solidFill>
                  <a:schemeClr val="bg2"/>
                </a:solidFill>
              </a:rPr>
              <a:t>(handler2);</a:t>
            </a:r>
          </a:p>
          <a:p>
            <a:r>
              <a:rPr lang="en-US" altLang="en-US" sz="2000" dirty="0">
                <a:solidFill>
                  <a:schemeClr val="bg2"/>
                </a:solidFill>
              </a:rPr>
              <a:t>    …    </a:t>
            </a:r>
          </a:p>
          <a:p>
            <a:r>
              <a:rPr lang="en-US" altLang="en-US" sz="2000" dirty="0">
                <a:solidFill>
                  <a:schemeClr val="bg2"/>
                </a:solidFill>
              </a:rPr>
              <a:t>    </a:t>
            </a:r>
            <a:r>
              <a:rPr lang="en-US" altLang="en-US" sz="2000" dirty="0" err="1">
                <a:solidFill>
                  <a:schemeClr val="bg2"/>
                </a:solidFill>
              </a:rPr>
              <a:t>primaryStage.show</a:t>
            </a:r>
            <a:r>
              <a:rPr lang="en-US" altLang="en-US" sz="2000" dirty="0">
                <a:solidFill>
                  <a:schemeClr val="bg2"/>
                </a:solidFill>
              </a:rPr>
              <a:t>(); // Display the stage</a:t>
            </a:r>
          </a:p>
          <a:p>
            <a:r>
              <a:rPr lang="en-US" altLang="en-US" sz="2000" dirty="0">
                <a:solidFill>
                  <a:schemeClr val="bg2"/>
                </a:solidFill>
              </a:rPr>
              <a:t>  }</a:t>
            </a:r>
          </a:p>
          <a:p>
            <a:r>
              <a:rPr lang="en-US" altLang="en-US" sz="2000" dirty="0">
                <a:solidFill>
                  <a:schemeClr val="bg2"/>
                </a:solidFill>
              </a:rPr>
              <a:t>} </a:t>
            </a:r>
          </a:p>
          <a:p>
            <a:endParaRPr lang="en-US" altLang="en-US" sz="2000" dirty="0">
              <a:solidFill>
                <a:schemeClr val="bg2"/>
              </a:solidFill>
            </a:endParaRPr>
          </a:p>
          <a:p>
            <a:r>
              <a:rPr lang="en-US" altLang="en-US" sz="2000" dirty="0">
                <a:solidFill>
                  <a:schemeClr val="bg2"/>
                </a:solidFill>
              </a:rPr>
              <a:t>class </a:t>
            </a:r>
            <a:r>
              <a:rPr lang="en-US" altLang="en-US" sz="2000" dirty="0" err="1">
                <a:solidFill>
                  <a:schemeClr val="bg2"/>
                </a:solidFill>
              </a:rPr>
              <a:t>OKHandlerClass</a:t>
            </a:r>
            <a:r>
              <a:rPr lang="en-US" altLang="en-US" sz="2000" dirty="0">
                <a:solidFill>
                  <a:schemeClr val="bg2"/>
                </a:solidFill>
              </a:rPr>
              <a:t> implements </a:t>
            </a:r>
            <a:r>
              <a:rPr lang="en-US" altLang="en-US" sz="2000" dirty="0" err="1">
                <a:solidFill>
                  <a:schemeClr val="bg2"/>
                </a:solidFill>
              </a:rPr>
              <a:t>EventHandler</a:t>
            </a:r>
            <a:r>
              <a:rPr lang="en-US" altLang="en-US" sz="2000" dirty="0">
                <a:solidFill>
                  <a:schemeClr val="bg2"/>
                </a:solidFill>
              </a:rPr>
              <a:t>&lt;</a:t>
            </a:r>
            <a:r>
              <a:rPr lang="en-US" altLang="en-US" sz="2000" dirty="0" err="1">
                <a:solidFill>
                  <a:schemeClr val="bg2"/>
                </a:solidFill>
              </a:rPr>
              <a:t>ActionEvent</a:t>
            </a:r>
            <a:r>
              <a:rPr lang="en-US" altLang="en-US" sz="2000" dirty="0">
                <a:solidFill>
                  <a:schemeClr val="bg2"/>
                </a:solidFill>
              </a:rPr>
              <a:t>&gt; {</a:t>
            </a:r>
          </a:p>
          <a:p>
            <a:r>
              <a:rPr lang="en-US" altLang="en-US" sz="2000" dirty="0">
                <a:solidFill>
                  <a:schemeClr val="bg2"/>
                </a:solidFill>
              </a:rPr>
              <a:t>  @Override</a:t>
            </a:r>
          </a:p>
          <a:p>
            <a:r>
              <a:rPr lang="en-US" altLang="en-US" sz="2000" dirty="0">
                <a:solidFill>
                  <a:schemeClr val="bg2"/>
                </a:solidFill>
              </a:rPr>
              <a:t>  public void handle(</a:t>
            </a:r>
            <a:r>
              <a:rPr lang="en-US" altLang="en-US" sz="2000" dirty="0" err="1">
                <a:solidFill>
                  <a:schemeClr val="bg2"/>
                </a:solidFill>
              </a:rPr>
              <a:t>ActionEvent</a:t>
            </a:r>
            <a:r>
              <a:rPr lang="en-US" altLang="en-US" sz="2000" dirty="0">
                <a:solidFill>
                  <a:schemeClr val="bg2"/>
                </a:solidFill>
              </a:rPr>
              <a:t> e) {</a:t>
            </a:r>
          </a:p>
          <a:p>
            <a:r>
              <a:rPr lang="en-US" altLang="en-US" sz="2000" dirty="0">
                <a:solidFill>
                  <a:schemeClr val="bg2"/>
                </a:solidFill>
              </a:rPr>
              <a:t>    </a:t>
            </a:r>
            <a:r>
              <a:rPr lang="en-US" altLang="en-US" sz="2000" dirty="0" err="1">
                <a:solidFill>
                  <a:schemeClr val="bg2"/>
                </a:solidFill>
              </a:rPr>
              <a:t>System.out.println</a:t>
            </a:r>
            <a:r>
              <a:rPr lang="en-US" altLang="en-US" sz="2000" dirty="0">
                <a:solidFill>
                  <a:schemeClr val="bg2"/>
                </a:solidFill>
              </a:rPr>
              <a:t>("OK button clicked"); </a:t>
            </a:r>
          </a:p>
          <a:p>
            <a:r>
              <a:rPr lang="en-US" altLang="en-US" sz="2000" dirty="0">
                <a:solidFill>
                  <a:schemeClr val="bg2"/>
                </a:solidFill>
              </a:rPr>
              <a:t>  }</a:t>
            </a:r>
          </a:p>
          <a:p>
            <a:r>
              <a:rPr lang="en-US" altLang="en-US" sz="2000" dirty="0">
                <a:solidFill>
                  <a:schemeClr val="bg2"/>
                </a:solidFill>
              </a:rPr>
              <a:t>}</a:t>
            </a:r>
          </a:p>
        </p:txBody>
      </p:sp>
      <p:sp>
        <p:nvSpPr>
          <p:cNvPr id="66566" name="Rectangle 6"/>
          <p:cNvSpPr>
            <a:spLocks noChangeArrowheads="1"/>
          </p:cNvSpPr>
          <p:nvPr/>
        </p:nvSpPr>
        <p:spPr bwMode="auto">
          <a:xfrm>
            <a:off x="0" y="0"/>
            <a:ext cx="1524000" cy="381000"/>
          </a:xfrm>
          <a:prstGeom prst="rect">
            <a:avLst/>
          </a:prstGeom>
          <a:noFill/>
          <a:ln w="12700">
            <a:solidFill>
              <a:srgbClr val="FF0000"/>
            </a:solidFill>
            <a:miter lim="800000"/>
            <a:headEnd type="none" w="sm" len="sm"/>
            <a:tailEnd type="none" w="sm" len="sm"/>
          </a:ln>
          <a:extLst>
            <a:ext uri="{909E8E84-426E-40DD-AFC4-6F175D3DCCD1}">
              <a14:hiddenFill xmlns:a14="http://schemas.microsoft.com/office/drawing/2010/main">
                <a:solidFill>
                  <a:srgbClr val="FFFFFF"/>
                </a:solidFill>
              </a14:hiddenFill>
            </a:ext>
          </a:extLst>
        </p:spPr>
        <p:txBody>
          <a:bodyPr wrap="none" anchor="ctr"/>
          <a:lstStyle>
            <a:lvl1pPr>
              <a:defRPr sz="2400">
                <a:solidFill>
                  <a:schemeClr val="tx1"/>
                </a:solidFill>
                <a:latin typeface="Times New Roman" pitchFamily="18" charset="0"/>
                <a:ea typeface="MS PGothic" pitchFamily="34" charset="-128"/>
              </a:defRPr>
            </a:lvl1pPr>
            <a:lvl2pPr marL="742950" indent="-285750">
              <a:defRPr sz="2400">
                <a:solidFill>
                  <a:schemeClr val="tx1"/>
                </a:solidFill>
                <a:latin typeface="Times New Roman" pitchFamily="18" charset="0"/>
                <a:ea typeface="MS PGothic" pitchFamily="34" charset="-128"/>
              </a:defRPr>
            </a:lvl2pPr>
            <a:lvl3pPr marL="1143000" indent="-228600">
              <a:defRPr sz="2400">
                <a:solidFill>
                  <a:schemeClr val="tx1"/>
                </a:solidFill>
                <a:latin typeface="Times New Roman" pitchFamily="18" charset="0"/>
                <a:ea typeface="MS PGothic" pitchFamily="34" charset="-128"/>
              </a:defRPr>
            </a:lvl3pPr>
            <a:lvl4pPr marL="1600200" indent="-228600">
              <a:defRPr sz="2400">
                <a:solidFill>
                  <a:schemeClr val="tx1"/>
                </a:solidFill>
                <a:latin typeface="Times New Roman" pitchFamily="18" charset="0"/>
                <a:ea typeface="MS PGothic" pitchFamily="34" charset="-128"/>
              </a:defRPr>
            </a:lvl4pPr>
            <a:lvl5pPr marL="2057400" indent="-228600">
              <a:defRPr sz="2400">
                <a:solidFill>
                  <a:schemeClr val="tx1"/>
                </a:solidFill>
                <a:latin typeface="Times New Roman" pitchFamily="18" charset="0"/>
                <a:ea typeface="MS PGothic" pitchFamily="34" charset="-128"/>
              </a:defRPr>
            </a:lvl5pPr>
            <a:lvl6pPr marL="2514600" indent="-228600" eaLnBrk="0" fontAlgn="base" hangingPunct="0">
              <a:spcBef>
                <a:spcPct val="0"/>
              </a:spcBef>
              <a:spcAft>
                <a:spcPct val="0"/>
              </a:spcAft>
              <a:defRPr sz="2400">
                <a:solidFill>
                  <a:schemeClr val="tx1"/>
                </a:solidFill>
                <a:latin typeface="Times New Roman" pitchFamily="18" charset="0"/>
                <a:ea typeface="MS PGothic" pitchFamily="34" charset="-128"/>
              </a:defRPr>
            </a:lvl6pPr>
            <a:lvl7pPr marL="2971800" indent="-228600" eaLnBrk="0" fontAlgn="base" hangingPunct="0">
              <a:spcBef>
                <a:spcPct val="0"/>
              </a:spcBef>
              <a:spcAft>
                <a:spcPct val="0"/>
              </a:spcAft>
              <a:defRPr sz="2400">
                <a:solidFill>
                  <a:schemeClr val="tx1"/>
                </a:solidFill>
                <a:latin typeface="Times New Roman" pitchFamily="18" charset="0"/>
                <a:ea typeface="MS PGothic" pitchFamily="34" charset="-128"/>
              </a:defRPr>
            </a:lvl7pPr>
            <a:lvl8pPr marL="3429000" indent="-228600" eaLnBrk="0" fontAlgn="base" hangingPunct="0">
              <a:spcBef>
                <a:spcPct val="0"/>
              </a:spcBef>
              <a:spcAft>
                <a:spcPct val="0"/>
              </a:spcAft>
              <a:defRPr sz="2400">
                <a:solidFill>
                  <a:schemeClr val="tx1"/>
                </a:solidFill>
                <a:latin typeface="Times New Roman" pitchFamily="18" charset="0"/>
                <a:ea typeface="MS PGothic" pitchFamily="34" charset="-128"/>
              </a:defRPr>
            </a:lvl8pPr>
            <a:lvl9pPr marL="3886200" indent="-228600" eaLnBrk="0" fontAlgn="base" hangingPunct="0">
              <a:spcBef>
                <a:spcPct val="0"/>
              </a:spcBef>
              <a:spcAft>
                <a:spcPct val="0"/>
              </a:spcAft>
              <a:defRPr sz="2400">
                <a:solidFill>
                  <a:schemeClr val="tx1"/>
                </a:solidFill>
                <a:latin typeface="Times New Roman" pitchFamily="18" charset="0"/>
                <a:ea typeface="MS PGothic" pitchFamily="34" charset="-128"/>
              </a:defRPr>
            </a:lvl9pPr>
          </a:lstStyle>
          <a:p>
            <a:pPr algn="ctr"/>
            <a:r>
              <a:rPr lang="en-US" altLang="en-US" sz="1800">
                <a:solidFill>
                  <a:schemeClr val="bg2"/>
                </a:solidFill>
                <a:latin typeface="Forte" pitchFamily="66" charset="0"/>
              </a:rPr>
              <a:t>animation</a:t>
            </a:r>
            <a:endParaRPr lang="en-US" altLang="en-US"/>
          </a:p>
        </p:txBody>
      </p:sp>
      <p:sp>
        <p:nvSpPr>
          <p:cNvPr id="66567" name="Rectangle 4"/>
          <p:cNvSpPr>
            <a:spLocks noChangeArrowheads="1"/>
          </p:cNvSpPr>
          <p:nvPr/>
        </p:nvSpPr>
        <p:spPr bwMode="auto">
          <a:xfrm>
            <a:off x="533400" y="5486400"/>
            <a:ext cx="4343400" cy="228600"/>
          </a:xfrm>
          <a:prstGeom prst="rect">
            <a:avLst/>
          </a:prstGeom>
          <a:solidFill>
            <a:schemeClr val="accent1">
              <a:alpha val="45097"/>
            </a:schemeClr>
          </a:solidFill>
          <a:ln w="12700">
            <a:solidFill>
              <a:schemeClr val="tx1"/>
            </a:solidFill>
            <a:miter lim="800000"/>
            <a:headEnd type="none" w="sm" len="sm"/>
            <a:tailEnd type="none" w="sm" len="sm"/>
          </a:ln>
        </p:spPr>
        <p:txBody>
          <a:bodyPr wrap="none" anchor="ctr"/>
          <a:lstStyle>
            <a:lvl1pPr>
              <a:defRPr sz="2400">
                <a:solidFill>
                  <a:schemeClr val="tx1"/>
                </a:solidFill>
                <a:latin typeface="Times New Roman" pitchFamily="18" charset="0"/>
                <a:ea typeface="MS PGothic" pitchFamily="34" charset="-128"/>
              </a:defRPr>
            </a:lvl1pPr>
            <a:lvl2pPr marL="742950" indent="-285750">
              <a:defRPr sz="2400">
                <a:solidFill>
                  <a:schemeClr val="tx1"/>
                </a:solidFill>
                <a:latin typeface="Times New Roman" pitchFamily="18" charset="0"/>
                <a:ea typeface="MS PGothic" pitchFamily="34" charset="-128"/>
              </a:defRPr>
            </a:lvl2pPr>
            <a:lvl3pPr marL="1143000" indent="-228600">
              <a:defRPr sz="2400">
                <a:solidFill>
                  <a:schemeClr val="tx1"/>
                </a:solidFill>
                <a:latin typeface="Times New Roman" pitchFamily="18" charset="0"/>
                <a:ea typeface="MS PGothic" pitchFamily="34" charset="-128"/>
              </a:defRPr>
            </a:lvl3pPr>
            <a:lvl4pPr marL="1600200" indent="-228600">
              <a:defRPr sz="2400">
                <a:solidFill>
                  <a:schemeClr val="tx1"/>
                </a:solidFill>
                <a:latin typeface="Times New Roman" pitchFamily="18" charset="0"/>
                <a:ea typeface="MS PGothic" pitchFamily="34" charset="-128"/>
              </a:defRPr>
            </a:lvl4pPr>
            <a:lvl5pPr marL="2057400" indent="-228600">
              <a:defRPr sz="2400">
                <a:solidFill>
                  <a:schemeClr val="tx1"/>
                </a:solidFill>
                <a:latin typeface="Times New Roman" pitchFamily="18" charset="0"/>
                <a:ea typeface="MS PGothic" pitchFamily="34" charset="-128"/>
              </a:defRPr>
            </a:lvl5pPr>
            <a:lvl6pPr marL="2514600" indent="-228600" eaLnBrk="0" fontAlgn="base" hangingPunct="0">
              <a:spcBef>
                <a:spcPct val="0"/>
              </a:spcBef>
              <a:spcAft>
                <a:spcPct val="0"/>
              </a:spcAft>
              <a:defRPr sz="2400">
                <a:solidFill>
                  <a:schemeClr val="tx1"/>
                </a:solidFill>
                <a:latin typeface="Times New Roman" pitchFamily="18" charset="0"/>
                <a:ea typeface="MS PGothic" pitchFamily="34" charset="-128"/>
              </a:defRPr>
            </a:lvl6pPr>
            <a:lvl7pPr marL="2971800" indent="-228600" eaLnBrk="0" fontAlgn="base" hangingPunct="0">
              <a:spcBef>
                <a:spcPct val="0"/>
              </a:spcBef>
              <a:spcAft>
                <a:spcPct val="0"/>
              </a:spcAft>
              <a:defRPr sz="2400">
                <a:solidFill>
                  <a:schemeClr val="tx1"/>
                </a:solidFill>
                <a:latin typeface="Times New Roman" pitchFamily="18" charset="0"/>
                <a:ea typeface="MS PGothic" pitchFamily="34" charset="-128"/>
              </a:defRPr>
            </a:lvl7pPr>
            <a:lvl8pPr marL="3429000" indent="-228600" eaLnBrk="0" fontAlgn="base" hangingPunct="0">
              <a:spcBef>
                <a:spcPct val="0"/>
              </a:spcBef>
              <a:spcAft>
                <a:spcPct val="0"/>
              </a:spcAft>
              <a:defRPr sz="2400">
                <a:solidFill>
                  <a:schemeClr val="tx1"/>
                </a:solidFill>
                <a:latin typeface="Times New Roman" pitchFamily="18" charset="0"/>
                <a:ea typeface="MS PGothic" pitchFamily="34" charset="-128"/>
              </a:defRPr>
            </a:lvl8pPr>
            <a:lvl9pPr marL="3886200" indent="-228600" eaLnBrk="0" fontAlgn="base" hangingPunct="0">
              <a:spcBef>
                <a:spcPct val="0"/>
              </a:spcBef>
              <a:spcAft>
                <a:spcPct val="0"/>
              </a:spcAft>
              <a:defRPr sz="2400">
                <a:solidFill>
                  <a:schemeClr val="tx1"/>
                </a:solidFill>
                <a:latin typeface="Times New Roman" pitchFamily="18" charset="0"/>
                <a:ea typeface="MS PGothic" pitchFamily="34" charset="-128"/>
              </a:defRPr>
            </a:lvl9pPr>
          </a:lstStyle>
          <a:p>
            <a:endParaRPr lang="ms-MY" altLang="en-US"/>
          </a:p>
        </p:txBody>
      </p:sp>
      <p:pic>
        <p:nvPicPr>
          <p:cNvPr id="66568" name="Picture 6"/>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00800" y="3276600"/>
            <a:ext cx="1905000" cy="1047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pic>
      <p:sp>
        <p:nvSpPr>
          <p:cNvPr id="66569" name="AutoShape 7"/>
          <p:cNvSpPr>
            <a:spLocks noChangeArrowheads="1"/>
          </p:cNvSpPr>
          <p:nvPr/>
        </p:nvSpPr>
        <p:spPr bwMode="auto">
          <a:xfrm>
            <a:off x="6172200" y="990600"/>
            <a:ext cx="2514600" cy="1371600"/>
          </a:xfrm>
          <a:prstGeom prst="wedgeRoundRectCallout">
            <a:avLst>
              <a:gd name="adj1" fmla="val -121856"/>
              <a:gd name="adj2" fmla="val 273245"/>
              <a:gd name="adj3" fmla="val 16667"/>
            </a:avLst>
          </a:prstGeom>
          <a:solidFill>
            <a:schemeClr val="accent1"/>
          </a:solidFill>
          <a:ln w="12700">
            <a:solidFill>
              <a:schemeClr val="tx1"/>
            </a:solidFill>
            <a:miter lim="800000"/>
            <a:headEnd type="none" w="sm" len="sm"/>
            <a:tailEnd type="none" w="sm" len="sm"/>
          </a:ln>
        </p:spPr>
        <p:txBody>
          <a:bodyPr/>
          <a:lstStyle>
            <a:lvl1pPr>
              <a:defRPr sz="2400">
                <a:solidFill>
                  <a:schemeClr val="tx1"/>
                </a:solidFill>
                <a:latin typeface="Times New Roman" pitchFamily="18" charset="0"/>
                <a:ea typeface="MS PGothic" pitchFamily="34" charset="-128"/>
              </a:defRPr>
            </a:lvl1pPr>
            <a:lvl2pPr marL="742950" indent="-285750">
              <a:defRPr sz="2400">
                <a:solidFill>
                  <a:schemeClr val="tx1"/>
                </a:solidFill>
                <a:latin typeface="Times New Roman" pitchFamily="18" charset="0"/>
                <a:ea typeface="MS PGothic" pitchFamily="34" charset="-128"/>
              </a:defRPr>
            </a:lvl2pPr>
            <a:lvl3pPr marL="1143000" indent="-228600">
              <a:defRPr sz="2400">
                <a:solidFill>
                  <a:schemeClr val="tx1"/>
                </a:solidFill>
                <a:latin typeface="Times New Roman" pitchFamily="18" charset="0"/>
                <a:ea typeface="MS PGothic" pitchFamily="34" charset="-128"/>
              </a:defRPr>
            </a:lvl3pPr>
            <a:lvl4pPr marL="1600200" indent="-228600">
              <a:defRPr sz="2400">
                <a:solidFill>
                  <a:schemeClr val="tx1"/>
                </a:solidFill>
                <a:latin typeface="Times New Roman" pitchFamily="18" charset="0"/>
                <a:ea typeface="MS PGothic" pitchFamily="34" charset="-128"/>
              </a:defRPr>
            </a:lvl4pPr>
            <a:lvl5pPr marL="2057400" indent="-228600">
              <a:defRPr sz="2400">
                <a:solidFill>
                  <a:schemeClr val="tx1"/>
                </a:solidFill>
                <a:latin typeface="Times New Roman" pitchFamily="18" charset="0"/>
                <a:ea typeface="MS PGothic" pitchFamily="34" charset="-128"/>
              </a:defRPr>
            </a:lvl5pPr>
            <a:lvl6pPr marL="2514600" indent="-228600" eaLnBrk="0" fontAlgn="base" hangingPunct="0">
              <a:spcBef>
                <a:spcPct val="0"/>
              </a:spcBef>
              <a:spcAft>
                <a:spcPct val="0"/>
              </a:spcAft>
              <a:defRPr sz="2400">
                <a:solidFill>
                  <a:schemeClr val="tx1"/>
                </a:solidFill>
                <a:latin typeface="Times New Roman" pitchFamily="18" charset="0"/>
                <a:ea typeface="MS PGothic" pitchFamily="34" charset="-128"/>
              </a:defRPr>
            </a:lvl6pPr>
            <a:lvl7pPr marL="2971800" indent="-228600" eaLnBrk="0" fontAlgn="base" hangingPunct="0">
              <a:spcBef>
                <a:spcPct val="0"/>
              </a:spcBef>
              <a:spcAft>
                <a:spcPct val="0"/>
              </a:spcAft>
              <a:defRPr sz="2400">
                <a:solidFill>
                  <a:schemeClr val="tx1"/>
                </a:solidFill>
                <a:latin typeface="Times New Roman" pitchFamily="18" charset="0"/>
                <a:ea typeface="MS PGothic" pitchFamily="34" charset="-128"/>
              </a:defRPr>
            </a:lvl7pPr>
            <a:lvl8pPr marL="3429000" indent="-228600" eaLnBrk="0" fontAlgn="base" hangingPunct="0">
              <a:spcBef>
                <a:spcPct val="0"/>
              </a:spcBef>
              <a:spcAft>
                <a:spcPct val="0"/>
              </a:spcAft>
              <a:defRPr sz="2400">
                <a:solidFill>
                  <a:schemeClr val="tx1"/>
                </a:solidFill>
                <a:latin typeface="Times New Roman" pitchFamily="18" charset="0"/>
                <a:ea typeface="MS PGothic" pitchFamily="34" charset="-128"/>
              </a:defRPr>
            </a:lvl8pPr>
            <a:lvl9pPr marL="3886200" indent="-228600" eaLnBrk="0" fontAlgn="base" hangingPunct="0">
              <a:spcBef>
                <a:spcPct val="0"/>
              </a:spcBef>
              <a:spcAft>
                <a:spcPct val="0"/>
              </a:spcAft>
              <a:defRPr sz="2400">
                <a:solidFill>
                  <a:schemeClr val="tx1"/>
                </a:solidFill>
                <a:latin typeface="Times New Roman" pitchFamily="18" charset="0"/>
                <a:ea typeface="MS PGothic" pitchFamily="34" charset="-128"/>
              </a:defRPr>
            </a:lvl9pPr>
          </a:lstStyle>
          <a:p>
            <a:pPr algn="ctr"/>
            <a:r>
              <a:rPr lang="en-US" altLang="en-US" sz="2000"/>
              <a:t>3. Click OK. The JVM invokes the listener’s handle method</a:t>
            </a:r>
          </a:p>
        </p:txBody>
      </p:sp>
      <p:pic>
        <p:nvPicPr>
          <p:cNvPr id="66570" name="Picture 8"/>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72200" y="5257800"/>
            <a:ext cx="2378075" cy="884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pic>
      <p:sp>
        <p:nvSpPr>
          <p:cNvPr id="66571" name="Line 9"/>
          <p:cNvSpPr>
            <a:spLocks noChangeShapeType="1"/>
          </p:cNvSpPr>
          <p:nvPr/>
        </p:nvSpPr>
        <p:spPr bwMode="auto">
          <a:xfrm>
            <a:off x="4800600" y="5638800"/>
            <a:ext cx="1447800" cy="0"/>
          </a:xfrm>
          <a:prstGeom prst="line">
            <a:avLst/>
          </a:prstGeom>
          <a:noFill/>
          <a:ln w="44450">
            <a:solidFill>
              <a:srgbClr val="FF0000"/>
            </a:solidFill>
            <a:round/>
            <a:headEnd type="none" w="sm" len="sm"/>
            <a:tailEnd type="stealth" w="sm" len="sm"/>
          </a:ln>
          <a:extLst>
            <a:ext uri="{909E8E84-426E-40DD-AFC4-6F175D3DCCD1}">
              <a14:hiddenFill xmlns:a14="http://schemas.microsoft.com/office/drawing/2010/main">
                <a:noFill/>
              </a14:hiddenFill>
            </a:ext>
          </a:extLst>
        </p:spPr>
        <p:txBody>
          <a:bodyPr/>
          <a:lstStyle/>
          <a:p>
            <a:endParaRPr lang="en-MY"/>
          </a:p>
        </p:txBody>
      </p:sp>
    </p:spTree>
  </p:cSld>
  <p:clrMapOvr>
    <a:masterClrMapping/>
  </p:clrMapOvr>
  <p:transition>
    <p:random/>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1" name="Rectangle 2"/>
          <p:cNvSpPr>
            <a:spLocks noGrp="1" noChangeArrowheads="1"/>
          </p:cNvSpPr>
          <p:nvPr>
            <p:ph type="title"/>
          </p:nvPr>
        </p:nvSpPr>
        <p:spPr>
          <a:xfrm>
            <a:off x="685800" y="0"/>
            <a:ext cx="7772400" cy="1428750"/>
          </a:xfrm>
        </p:spPr>
        <p:txBody>
          <a:bodyPr/>
          <a:lstStyle/>
          <a:p>
            <a:pPr algn="ctr">
              <a:defRPr/>
            </a:pPr>
            <a:r>
              <a:rPr lang="en-US" sz="4800" b="1" dirty="0">
                <a:solidFill>
                  <a:schemeClr val="tx1"/>
                </a:solidFill>
                <a:latin typeface="Times New Roman" panose="02020603050405020304" pitchFamily="18" charset="0"/>
                <a:ea typeface="ＭＳ Ｐゴシック" charset="0"/>
                <a:cs typeface="Times New Roman" panose="02020603050405020304" pitchFamily="18" charset="0"/>
              </a:rPr>
              <a:t>Events</a:t>
            </a:r>
          </a:p>
        </p:txBody>
      </p:sp>
      <p:sp>
        <p:nvSpPr>
          <p:cNvPr id="12292" name="Rectangle 3"/>
          <p:cNvSpPr>
            <a:spLocks noGrp="1" noChangeArrowheads="1"/>
          </p:cNvSpPr>
          <p:nvPr>
            <p:ph idx="1"/>
          </p:nvPr>
        </p:nvSpPr>
        <p:spPr>
          <a:xfrm>
            <a:off x="381000" y="1371600"/>
            <a:ext cx="8229600" cy="4495800"/>
          </a:xfrm>
        </p:spPr>
        <p:txBody>
          <a:bodyPr/>
          <a:lstStyle/>
          <a:p>
            <a:pPr>
              <a:buFont typeface="Wingdings" charset="0"/>
              <a:buChar char="q"/>
              <a:defRPr/>
            </a:pPr>
            <a:r>
              <a:rPr lang="en-US" sz="3400" dirty="0">
                <a:latin typeface="Times New Roman" panose="02020603050405020304" pitchFamily="18" charset="0"/>
                <a:ea typeface="ＭＳ Ｐゴシック" charset="0"/>
                <a:cs typeface="Times New Roman" panose="02020603050405020304" pitchFamily="18" charset="0"/>
              </a:rPr>
              <a:t>An </a:t>
            </a:r>
            <a:r>
              <a:rPr lang="en-US" sz="3400" i="1" dirty="0">
                <a:latin typeface="Times New Roman" panose="02020603050405020304" pitchFamily="18" charset="0"/>
                <a:ea typeface="ＭＳ Ｐゴシック" charset="0"/>
                <a:cs typeface="Times New Roman" panose="02020603050405020304" pitchFamily="18" charset="0"/>
              </a:rPr>
              <a:t>event</a:t>
            </a:r>
            <a:r>
              <a:rPr lang="en-US" sz="3400" dirty="0">
                <a:latin typeface="Times New Roman" panose="02020603050405020304" pitchFamily="18" charset="0"/>
                <a:ea typeface="ＭＳ Ｐゴシック" charset="0"/>
                <a:cs typeface="Times New Roman" panose="02020603050405020304" pitchFamily="18" charset="0"/>
              </a:rPr>
              <a:t> can be defined as a type of signal to the program that something has happened. </a:t>
            </a:r>
          </a:p>
          <a:p>
            <a:pPr>
              <a:spcBef>
                <a:spcPct val="100000"/>
              </a:spcBef>
              <a:buFont typeface="Wingdings" charset="0"/>
              <a:buChar char="q"/>
              <a:defRPr/>
            </a:pPr>
            <a:r>
              <a:rPr lang="en-US" sz="3400" dirty="0">
                <a:latin typeface="Times New Roman" panose="02020603050405020304" pitchFamily="18" charset="0"/>
                <a:ea typeface="ＭＳ Ｐゴシック" charset="0"/>
                <a:cs typeface="Times New Roman" panose="02020603050405020304" pitchFamily="18" charset="0"/>
              </a:rPr>
              <a:t>The event is generated by external user actions such as mouse movements, mouse clicks, or keystrokes.</a:t>
            </a:r>
          </a:p>
        </p:txBody>
      </p:sp>
    </p:spTree>
  </p:cSld>
  <p:clrMapOvr>
    <a:masterClrMapping/>
  </p:clrMapOvr>
  <p:transition>
    <p:wipe dir="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5" name="Rectangle 2"/>
          <p:cNvSpPr>
            <a:spLocks noGrp="1" noChangeArrowheads="1"/>
          </p:cNvSpPr>
          <p:nvPr>
            <p:ph type="title"/>
          </p:nvPr>
        </p:nvSpPr>
        <p:spPr>
          <a:xfrm>
            <a:off x="685800" y="0"/>
            <a:ext cx="7772400" cy="1428750"/>
          </a:xfrm>
        </p:spPr>
        <p:txBody>
          <a:bodyPr/>
          <a:lstStyle/>
          <a:p>
            <a:pPr algn="ctr">
              <a:defRPr/>
            </a:pPr>
            <a:r>
              <a:rPr lang="en-US" sz="4800" b="1" dirty="0">
                <a:solidFill>
                  <a:schemeClr val="tx1"/>
                </a:solidFill>
                <a:latin typeface="Times New Roman" panose="02020603050405020304" pitchFamily="18" charset="0"/>
                <a:ea typeface="ＭＳ Ｐゴシック" charset="0"/>
                <a:cs typeface="Times New Roman" panose="02020603050405020304" pitchFamily="18" charset="0"/>
              </a:rPr>
              <a:t>Event Classes</a:t>
            </a:r>
          </a:p>
        </p:txBody>
      </p:sp>
      <p:sp>
        <p:nvSpPr>
          <p:cNvPr id="68612" name="Rectangle 4"/>
          <p:cNvSpPr>
            <a:spLocks noChangeArrowheads="1"/>
          </p:cNvSpPr>
          <p:nvPr/>
        </p:nvSpPr>
        <p:spPr bwMode="auto">
          <a:xfrm>
            <a:off x="0" y="0"/>
            <a:ext cx="9144000" cy="0"/>
          </a:xfrm>
          <a:prstGeom prst="rect">
            <a:avLst/>
          </a:prstGeom>
          <a:noFill/>
          <a:ln>
            <a:noFill/>
          </a:ln>
          <a:effectLst>
            <a:prstShdw prst="shdw17" dist="17961" dir="2700000">
              <a:srgbClr val="7A7A7A"/>
            </a:prst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Lst>
        </p:spPr>
        <p:txBody>
          <a:bodyPr wrap="none" anchor="ctr">
            <a:spAutoFit/>
          </a:bodyPr>
          <a:lstStyle>
            <a:lvl1pPr>
              <a:defRPr sz="2400">
                <a:solidFill>
                  <a:schemeClr val="tx1"/>
                </a:solidFill>
                <a:latin typeface="Times New Roman" pitchFamily="18" charset="0"/>
                <a:ea typeface="MS PGothic" pitchFamily="34" charset="-128"/>
              </a:defRPr>
            </a:lvl1pPr>
            <a:lvl2pPr marL="742950" indent="-285750">
              <a:defRPr sz="2400">
                <a:solidFill>
                  <a:schemeClr val="tx1"/>
                </a:solidFill>
                <a:latin typeface="Times New Roman" pitchFamily="18" charset="0"/>
                <a:ea typeface="MS PGothic" pitchFamily="34" charset="-128"/>
              </a:defRPr>
            </a:lvl2pPr>
            <a:lvl3pPr marL="1143000" indent="-228600">
              <a:defRPr sz="2400">
                <a:solidFill>
                  <a:schemeClr val="tx1"/>
                </a:solidFill>
                <a:latin typeface="Times New Roman" pitchFamily="18" charset="0"/>
                <a:ea typeface="MS PGothic" pitchFamily="34" charset="-128"/>
              </a:defRPr>
            </a:lvl3pPr>
            <a:lvl4pPr marL="1600200" indent="-228600">
              <a:defRPr sz="2400">
                <a:solidFill>
                  <a:schemeClr val="tx1"/>
                </a:solidFill>
                <a:latin typeface="Times New Roman" pitchFamily="18" charset="0"/>
                <a:ea typeface="MS PGothic" pitchFamily="34" charset="-128"/>
              </a:defRPr>
            </a:lvl4pPr>
            <a:lvl5pPr marL="2057400" indent="-228600">
              <a:defRPr sz="2400">
                <a:solidFill>
                  <a:schemeClr val="tx1"/>
                </a:solidFill>
                <a:latin typeface="Times New Roman" pitchFamily="18" charset="0"/>
                <a:ea typeface="MS PGothic" pitchFamily="34" charset="-128"/>
              </a:defRPr>
            </a:lvl5pPr>
            <a:lvl6pPr marL="2514600" indent="-228600" eaLnBrk="0" fontAlgn="base" hangingPunct="0">
              <a:spcBef>
                <a:spcPct val="0"/>
              </a:spcBef>
              <a:spcAft>
                <a:spcPct val="0"/>
              </a:spcAft>
              <a:defRPr sz="2400">
                <a:solidFill>
                  <a:schemeClr val="tx1"/>
                </a:solidFill>
                <a:latin typeface="Times New Roman" pitchFamily="18" charset="0"/>
                <a:ea typeface="MS PGothic" pitchFamily="34" charset="-128"/>
              </a:defRPr>
            </a:lvl6pPr>
            <a:lvl7pPr marL="2971800" indent="-228600" eaLnBrk="0" fontAlgn="base" hangingPunct="0">
              <a:spcBef>
                <a:spcPct val="0"/>
              </a:spcBef>
              <a:spcAft>
                <a:spcPct val="0"/>
              </a:spcAft>
              <a:defRPr sz="2400">
                <a:solidFill>
                  <a:schemeClr val="tx1"/>
                </a:solidFill>
                <a:latin typeface="Times New Roman" pitchFamily="18" charset="0"/>
                <a:ea typeface="MS PGothic" pitchFamily="34" charset="-128"/>
              </a:defRPr>
            </a:lvl7pPr>
            <a:lvl8pPr marL="3429000" indent="-228600" eaLnBrk="0" fontAlgn="base" hangingPunct="0">
              <a:spcBef>
                <a:spcPct val="0"/>
              </a:spcBef>
              <a:spcAft>
                <a:spcPct val="0"/>
              </a:spcAft>
              <a:defRPr sz="2400">
                <a:solidFill>
                  <a:schemeClr val="tx1"/>
                </a:solidFill>
                <a:latin typeface="Times New Roman" pitchFamily="18" charset="0"/>
                <a:ea typeface="MS PGothic" pitchFamily="34" charset="-128"/>
              </a:defRPr>
            </a:lvl8pPr>
            <a:lvl9pPr marL="3886200" indent="-228600" eaLnBrk="0" fontAlgn="base" hangingPunct="0">
              <a:spcBef>
                <a:spcPct val="0"/>
              </a:spcBef>
              <a:spcAft>
                <a:spcPct val="0"/>
              </a:spcAft>
              <a:defRPr sz="2400">
                <a:solidFill>
                  <a:schemeClr val="tx1"/>
                </a:solidFill>
                <a:latin typeface="Times New Roman" pitchFamily="18" charset="0"/>
                <a:ea typeface="MS PGothic" pitchFamily="34" charset="-128"/>
              </a:defRPr>
            </a:lvl9pPr>
          </a:lstStyle>
          <a:p>
            <a:endParaRPr lang="ms-MY" altLang="en-US"/>
          </a:p>
        </p:txBody>
      </p:sp>
      <p:pic>
        <p:nvPicPr>
          <p:cNvPr id="68613" name="Picture 6"/>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8600" y="1657350"/>
            <a:ext cx="8767763" cy="32194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Lst>
        </p:spPr>
      </p:pic>
    </p:spTree>
  </p:cSld>
  <p:clrMapOvr>
    <a:masterClrMapping/>
  </p:clrMapOvr>
  <p:transition>
    <p:wipe dir="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9" name="Rectangle 2"/>
          <p:cNvSpPr>
            <a:spLocks noGrp="1" noChangeArrowheads="1"/>
          </p:cNvSpPr>
          <p:nvPr>
            <p:ph type="title"/>
          </p:nvPr>
        </p:nvSpPr>
        <p:spPr>
          <a:xfrm>
            <a:off x="685800" y="0"/>
            <a:ext cx="7772400" cy="1428750"/>
          </a:xfrm>
        </p:spPr>
        <p:txBody>
          <a:bodyPr/>
          <a:lstStyle/>
          <a:p>
            <a:pPr algn="ctr">
              <a:defRPr/>
            </a:pPr>
            <a:r>
              <a:rPr lang="en-US" sz="4800" b="1" dirty="0">
                <a:solidFill>
                  <a:schemeClr val="tx1"/>
                </a:solidFill>
                <a:latin typeface="Times New Roman" panose="02020603050405020304" pitchFamily="18" charset="0"/>
                <a:ea typeface="ＭＳ Ｐゴシック" charset="0"/>
                <a:cs typeface="Times New Roman" panose="02020603050405020304" pitchFamily="18" charset="0"/>
              </a:rPr>
              <a:t>Event Information</a:t>
            </a:r>
          </a:p>
        </p:txBody>
      </p:sp>
      <p:sp>
        <p:nvSpPr>
          <p:cNvPr id="14340" name="Rectangle 3"/>
          <p:cNvSpPr>
            <a:spLocks noGrp="1" noChangeArrowheads="1"/>
          </p:cNvSpPr>
          <p:nvPr>
            <p:ph idx="1"/>
          </p:nvPr>
        </p:nvSpPr>
        <p:spPr>
          <a:xfrm>
            <a:off x="381000" y="1371600"/>
            <a:ext cx="8534400" cy="4724400"/>
          </a:xfrm>
        </p:spPr>
        <p:txBody>
          <a:bodyPr/>
          <a:lstStyle/>
          <a:p>
            <a:pPr marL="0" indent="0" algn="just">
              <a:buFont typeface="Monotype Sorts" charset="2"/>
              <a:buNone/>
              <a:defRPr/>
            </a:pPr>
            <a:r>
              <a:rPr lang="en-US" sz="2800" dirty="0">
                <a:latin typeface="Times New Roman" panose="02020603050405020304" pitchFamily="18" charset="0"/>
                <a:cs typeface="Times New Roman" panose="02020603050405020304" pitchFamily="18" charset="0"/>
              </a:rPr>
              <a:t>An event object contains whatever properties are pertinent to the event. You can identify the source object of the event using the </a:t>
            </a:r>
            <a:r>
              <a:rPr lang="en-US" sz="2800" dirty="0" err="1">
                <a:latin typeface="Times New Roman" panose="02020603050405020304" pitchFamily="18" charset="0"/>
                <a:cs typeface="Times New Roman" panose="02020603050405020304" pitchFamily="18" charset="0"/>
              </a:rPr>
              <a:t>getSource</a:t>
            </a:r>
            <a:r>
              <a:rPr lang="en-US" sz="2800" dirty="0">
                <a:latin typeface="Times New Roman" panose="02020603050405020304" pitchFamily="18" charset="0"/>
                <a:cs typeface="Times New Roman" panose="02020603050405020304" pitchFamily="18" charset="0"/>
              </a:rPr>
              <a:t>() instance method in the </a:t>
            </a:r>
            <a:r>
              <a:rPr lang="en-US" sz="2800" dirty="0" err="1">
                <a:latin typeface="Times New Roman" panose="02020603050405020304" pitchFamily="18" charset="0"/>
                <a:cs typeface="Times New Roman" panose="02020603050405020304" pitchFamily="18" charset="0"/>
              </a:rPr>
              <a:t>EventObject</a:t>
            </a:r>
            <a:r>
              <a:rPr lang="en-US" sz="2800" dirty="0">
                <a:latin typeface="Times New Roman" panose="02020603050405020304" pitchFamily="18" charset="0"/>
                <a:cs typeface="Times New Roman" panose="02020603050405020304" pitchFamily="18" charset="0"/>
              </a:rPr>
              <a:t> class. The subclasses of </a:t>
            </a:r>
            <a:r>
              <a:rPr lang="en-US" sz="2800" dirty="0" err="1">
                <a:latin typeface="Times New Roman" panose="02020603050405020304" pitchFamily="18" charset="0"/>
                <a:cs typeface="Times New Roman" panose="02020603050405020304" pitchFamily="18" charset="0"/>
              </a:rPr>
              <a:t>EventObject</a:t>
            </a:r>
            <a:r>
              <a:rPr lang="en-US" sz="2800" dirty="0">
                <a:latin typeface="Times New Roman" panose="02020603050405020304" pitchFamily="18" charset="0"/>
                <a:cs typeface="Times New Roman" panose="02020603050405020304" pitchFamily="18" charset="0"/>
              </a:rPr>
              <a:t> deal with special types of events, such as button actions, window events, component events, mouse movements, and keystrokes. Table 16.1 lists external user actions, source objects, and event types generated.</a:t>
            </a:r>
          </a:p>
        </p:txBody>
      </p:sp>
    </p:spTree>
  </p:cSld>
  <p:clrMapOvr>
    <a:masterClrMapping/>
  </p:clrMapOvr>
  <p:transition>
    <p:wipe dir="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3" name="Rectangle 2"/>
          <p:cNvSpPr>
            <a:spLocks noGrp="1" noChangeArrowheads="1"/>
          </p:cNvSpPr>
          <p:nvPr>
            <p:ph type="title"/>
          </p:nvPr>
        </p:nvSpPr>
        <p:spPr>
          <a:xfrm>
            <a:off x="381000" y="228600"/>
            <a:ext cx="8382000" cy="990600"/>
          </a:xfrm>
        </p:spPr>
        <p:txBody>
          <a:bodyPr/>
          <a:lstStyle/>
          <a:p>
            <a:pPr algn="ctr">
              <a:defRPr/>
            </a:pPr>
            <a:r>
              <a:rPr lang="en-US" sz="4400" b="1" dirty="0">
                <a:solidFill>
                  <a:schemeClr val="tx1"/>
                </a:solidFill>
                <a:latin typeface="Times New Roman" panose="02020603050405020304" pitchFamily="18" charset="0"/>
                <a:ea typeface="ＭＳ Ｐゴシック" charset="0"/>
                <a:cs typeface="Times New Roman" panose="02020603050405020304" pitchFamily="18" charset="0"/>
              </a:rPr>
              <a:t>Selected User Actions and Handlers</a:t>
            </a:r>
          </a:p>
        </p:txBody>
      </p:sp>
      <p:pic>
        <p:nvPicPr>
          <p:cNvPr id="70660" name="Picture 5"/>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0" y="1676400"/>
            <a:ext cx="9144000" cy="433228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Lst>
        </p:spPr>
      </p:pic>
    </p:spTree>
  </p:cSld>
  <p:clrMapOvr>
    <a:masterClrMapping/>
  </p:clrMapOvr>
  <p:transition>
    <p:wipe dir="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7" name="Rectangle 2"/>
          <p:cNvSpPr>
            <a:spLocks noGrp="1" noChangeArrowheads="1"/>
          </p:cNvSpPr>
          <p:nvPr>
            <p:ph type="title"/>
          </p:nvPr>
        </p:nvSpPr>
        <p:spPr>
          <a:xfrm>
            <a:off x="685800" y="152400"/>
            <a:ext cx="7772400" cy="685800"/>
          </a:xfrm>
        </p:spPr>
        <p:txBody>
          <a:bodyPr/>
          <a:lstStyle/>
          <a:p>
            <a:pPr algn="ctr">
              <a:defRPr/>
            </a:pPr>
            <a:r>
              <a:rPr lang="en-US" sz="4000" b="1" dirty="0">
                <a:solidFill>
                  <a:schemeClr val="tx1"/>
                </a:solidFill>
                <a:latin typeface="Times New Roman" panose="02020603050405020304" pitchFamily="18" charset="0"/>
                <a:ea typeface="ＭＳ Ｐゴシック" charset="0"/>
                <a:cs typeface="Times New Roman" panose="02020603050405020304" pitchFamily="18" charset="0"/>
              </a:rPr>
              <a:t>The Delegation Model</a:t>
            </a:r>
          </a:p>
        </p:txBody>
      </p:sp>
      <p:sp>
        <p:nvSpPr>
          <p:cNvPr id="16388" name="Rectangle 5"/>
          <p:cNvSpPr>
            <a:spLocks noChangeArrowheads="1"/>
          </p:cNvSpPr>
          <p:nvPr/>
        </p:nvSpPr>
        <p:spPr bwMode="auto">
          <a:xfrm>
            <a:off x="1970088" y="2255838"/>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defRPr/>
            </a:pPr>
            <a:endParaRPr lang="en-US">
              <a:latin typeface="Times New Roman" charset="0"/>
              <a:ea typeface="ＭＳ Ｐゴシック" charset="0"/>
              <a:cs typeface="ＭＳ Ｐゴシック" charset="0"/>
            </a:endParaRPr>
          </a:p>
        </p:txBody>
      </p:sp>
      <p:sp>
        <p:nvSpPr>
          <p:cNvPr id="16389" name="Rectangle 7"/>
          <p:cNvSpPr>
            <a:spLocks noChangeArrowheads="1"/>
          </p:cNvSpPr>
          <p:nvPr/>
        </p:nvSpPr>
        <p:spPr bwMode="auto">
          <a:xfrm>
            <a:off x="0" y="264795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nchor="ctr">
            <a:spAutoFit/>
          </a:bodyPr>
          <a:lstStyle/>
          <a:p>
            <a:pPr>
              <a:defRPr/>
            </a:pPr>
            <a:endParaRPr lang="en-US">
              <a:latin typeface="Times New Roman" charset="0"/>
              <a:ea typeface="ＭＳ Ｐゴシック" charset="0"/>
              <a:cs typeface="ＭＳ Ｐゴシック" charset="0"/>
            </a:endParaRPr>
          </a:p>
        </p:txBody>
      </p:sp>
      <p:sp>
        <p:nvSpPr>
          <p:cNvPr id="16390" name="Rectangle 9"/>
          <p:cNvSpPr>
            <a:spLocks noChangeArrowheads="1"/>
          </p:cNvSpPr>
          <p:nvPr/>
        </p:nvSpPr>
        <p:spPr bwMode="auto">
          <a:xfrm>
            <a:off x="0" y="281940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spAutoFit/>
          </a:bodyPr>
          <a:lstStyle/>
          <a:p>
            <a:pPr>
              <a:defRPr/>
            </a:pPr>
            <a:endParaRPr lang="en-US">
              <a:latin typeface="Times New Roman" charset="0"/>
              <a:ea typeface="ＭＳ Ｐゴシック" charset="0"/>
              <a:cs typeface="ＭＳ Ｐゴシック" charset="0"/>
            </a:endParaRPr>
          </a:p>
        </p:txBody>
      </p:sp>
      <p:sp>
        <p:nvSpPr>
          <p:cNvPr id="16391" name="Rectangle 12"/>
          <p:cNvSpPr>
            <a:spLocks noChangeArrowheads="1"/>
          </p:cNvSpPr>
          <p:nvPr/>
        </p:nvSpPr>
        <p:spPr bwMode="auto">
          <a:xfrm>
            <a:off x="0" y="264795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spAutoFit/>
          </a:bodyPr>
          <a:lstStyle/>
          <a:p>
            <a:pPr>
              <a:defRPr/>
            </a:pPr>
            <a:endParaRPr lang="en-US">
              <a:latin typeface="Times New Roman" charset="0"/>
              <a:ea typeface="ＭＳ Ｐゴシック" charset="0"/>
              <a:cs typeface="ＭＳ Ｐゴシック" charset="0"/>
            </a:endParaRPr>
          </a:p>
        </p:txBody>
      </p:sp>
      <p:sp>
        <p:nvSpPr>
          <p:cNvPr id="16392" name="Rectangle 13"/>
          <p:cNvSpPr>
            <a:spLocks noChangeArrowheads="1"/>
          </p:cNvSpPr>
          <p:nvPr/>
        </p:nvSpPr>
        <p:spPr bwMode="auto">
          <a:xfrm>
            <a:off x="0" y="3981450"/>
            <a:ext cx="1841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spAutoFit/>
          </a:bodyPr>
          <a:lstStyle/>
          <a:p>
            <a:pPr>
              <a:defRPr/>
            </a:pPr>
            <a:endParaRPr lang="en-US">
              <a:latin typeface="Times New Roman" charset="0"/>
              <a:ea typeface="ＭＳ Ｐゴシック" charset="0"/>
              <a:cs typeface="ＭＳ Ｐゴシック" charset="0"/>
            </a:endParaRPr>
          </a:p>
        </p:txBody>
      </p:sp>
      <p:sp>
        <p:nvSpPr>
          <p:cNvPr id="16393" name="Rectangle 15"/>
          <p:cNvSpPr>
            <a:spLocks noChangeArrowheads="1"/>
          </p:cNvSpPr>
          <p:nvPr/>
        </p:nvSpPr>
        <p:spPr bwMode="auto">
          <a:xfrm>
            <a:off x="0" y="281940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spAutoFit/>
          </a:bodyPr>
          <a:lstStyle/>
          <a:p>
            <a:pPr>
              <a:defRPr/>
            </a:pPr>
            <a:endParaRPr lang="en-US">
              <a:latin typeface="Times New Roman" charset="0"/>
              <a:ea typeface="ＭＳ Ｐゴシック" charset="0"/>
              <a:cs typeface="ＭＳ Ｐゴシック" charset="0"/>
            </a:endParaRPr>
          </a:p>
        </p:txBody>
      </p:sp>
      <p:sp>
        <p:nvSpPr>
          <p:cNvPr id="71690" name="Rectangle 5"/>
          <p:cNvSpPr>
            <a:spLocks noChangeArrowheads="1"/>
          </p:cNvSpPr>
          <p:nvPr/>
        </p:nvSpPr>
        <p:spPr bwMode="auto">
          <a:xfrm>
            <a:off x="0" y="0"/>
            <a:ext cx="9144000" cy="0"/>
          </a:xfrm>
          <a:prstGeom prst="rect">
            <a:avLst/>
          </a:prstGeom>
          <a:noFill/>
          <a:ln>
            <a:noFill/>
          </a:ln>
          <a:effectLst>
            <a:prstShdw prst="shdw17" dist="17961" dir="2700000">
              <a:srgbClr val="7A7A7A"/>
            </a:prst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Lst>
        </p:spPr>
        <p:txBody>
          <a:bodyPr anchor="ctr">
            <a:spAutoFit/>
          </a:bodyPr>
          <a:lstStyle>
            <a:lvl1pPr>
              <a:defRPr sz="2400">
                <a:solidFill>
                  <a:schemeClr val="tx1"/>
                </a:solidFill>
                <a:latin typeface="Times New Roman" pitchFamily="18" charset="0"/>
                <a:ea typeface="MS PGothic" pitchFamily="34" charset="-128"/>
              </a:defRPr>
            </a:lvl1pPr>
            <a:lvl2pPr marL="742950" indent="-285750">
              <a:defRPr sz="2400">
                <a:solidFill>
                  <a:schemeClr val="tx1"/>
                </a:solidFill>
                <a:latin typeface="Times New Roman" pitchFamily="18" charset="0"/>
                <a:ea typeface="MS PGothic" pitchFamily="34" charset="-128"/>
              </a:defRPr>
            </a:lvl2pPr>
            <a:lvl3pPr marL="1143000" indent="-228600">
              <a:defRPr sz="2400">
                <a:solidFill>
                  <a:schemeClr val="tx1"/>
                </a:solidFill>
                <a:latin typeface="Times New Roman" pitchFamily="18" charset="0"/>
                <a:ea typeface="MS PGothic" pitchFamily="34" charset="-128"/>
              </a:defRPr>
            </a:lvl3pPr>
            <a:lvl4pPr marL="1600200" indent="-228600">
              <a:defRPr sz="2400">
                <a:solidFill>
                  <a:schemeClr val="tx1"/>
                </a:solidFill>
                <a:latin typeface="Times New Roman" pitchFamily="18" charset="0"/>
                <a:ea typeface="MS PGothic" pitchFamily="34" charset="-128"/>
              </a:defRPr>
            </a:lvl4pPr>
            <a:lvl5pPr marL="2057400" indent="-228600">
              <a:defRPr sz="2400">
                <a:solidFill>
                  <a:schemeClr val="tx1"/>
                </a:solidFill>
                <a:latin typeface="Times New Roman" pitchFamily="18" charset="0"/>
                <a:ea typeface="MS PGothic" pitchFamily="34" charset="-128"/>
              </a:defRPr>
            </a:lvl5pPr>
            <a:lvl6pPr marL="2514600" indent="-228600" eaLnBrk="0" fontAlgn="base" hangingPunct="0">
              <a:spcBef>
                <a:spcPct val="0"/>
              </a:spcBef>
              <a:spcAft>
                <a:spcPct val="0"/>
              </a:spcAft>
              <a:defRPr sz="2400">
                <a:solidFill>
                  <a:schemeClr val="tx1"/>
                </a:solidFill>
                <a:latin typeface="Times New Roman" pitchFamily="18" charset="0"/>
                <a:ea typeface="MS PGothic" pitchFamily="34" charset="-128"/>
              </a:defRPr>
            </a:lvl6pPr>
            <a:lvl7pPr marL="2971800" indent="-228600" eaLnBrk="0" fontAlgn="base" hangingPunct="0">
              <a:spcBef>
                <a:spcPct val="0"/>
              </a:spcBef>
              <a:spcAft>
                <a:spcPct val="0"/>
              </a:spcAft>
              <a:defRPr sz="2400">
                <a:solidFill>
                  <a:schemeClr val="tx1"/>
                </a:solidFill>
                <a:latin typeface="Times New Roman" pitchFamily="18" charset="0"/>
                <a:ea typeface="MS PGothic" pitchFamily="34" charset="-128"/>
              </a:defRPr>
            </a:lvl7pPr>
            <a:lvl8pPr marL="3429000" indent="-228600" eaLnBrk="0" fontAlgn="base" hangingPunct="0">
              <a:spcBef>
                <a:spcPct val="0"/>
              </a:spcBef>
              <a:spcAft>
                <a:spcPct val="0"/>
              </a:spcAft>
              <a:defRPr sz="2400">
                <a:solidFill>
                  <a:schemeClr val="tx1"/>
                </a:solidFill>
                <a:latin typeface="Times New Roman" pitchFamily="18" charset="0"/>
                <a:ea typeface="MS PGothic" pitchFamily="34" charset="-128"/>
              </a:defRPr>
            </a:lvl8pPr>
            <a:lvl9pPr marL="3886200" indent="-228600" eaLnBrk="0" fontAlgn="base" hangingPunct="0">
              <a:spcBef>
                <a:spcPct val="0"/>
              </a:spcBef>
              <a:spcAft>
                <a:spcPct val="0"/>
              </a:spcAft>
              <a:defRPr sz="2400">
                <a:solidFill>
                  <a:schemeClr val="tx1"/>
                </a:solidFill>
                <a:latin typeface="Times New Roman" pitchFamily="18" charset="0"/>
                <a:ea typeface="MS PGothic" pitchFamily="34" charset="-128"/>
              </a:defRPr>
            </a:lvl9pPr>
          </a:lstStyle>
          <a:p>
            <a:endParaRPr lang="ms-MY" altLang="en-US"/>
          </a:p>
        </p:txBody>
      </p:sp>
      <p:sp>
        <p:nvSpPr>
          <p:cNvPr id="71691" name="Rectangle 7"/>
          <p:cNvSpPr>
            <a:spLocks noChangeArrowheads="1"/>
          </p:cNvSpPr>
          <p:nvPr/>
        </p:nvSpPr>
        <p:spPr bwMode="auto">
          <a:xfrm>
            <a:off x="0" y="0"/>
            <a:ext cx="9144000" cy="0"/>
          </a:xfrm>
          <a:prstGeom prst="rect">
            <a:avLst/>
          </a:prstGeom>
          <a:noFill/>
          <a:ln>
            <a:noFill/>
          </a:ln>
          <a:effectLst>
            <a:prstShdw prst="shdw17" dist="17961" dir="2700000">
              <a:srgbClr val="7A7A7A"/>
            </a:prst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Lst>
        </p:spPr>
        <p:txBody>
          <a:bodyPr wrap="none" anchor="ctr">
            <a:spAutoFit/>
          </a:bodyPr>
          <a:lstStyle>
            <a:lvl1pPr>
              <a:defRPr sz="2400">
                <a:solidFill>
                  <a:schemeClr val="tx1"/>
                </a:solidFill>
                <a:latin typeface="Times New Roman" pitchFamily="18" charset="0"/>
                <a:ea typeface="MS PGothic" pitchFamily="34" charset="-128"/>
              </a:defRPr>
            </a:lvl1pPr>
            <a:lvl2pPr marL="742950" indent="-285750">
              <a:defRPr sz="2400">
                <a:solidFill>
                  <a:schemeClr val="tx1"/>
                </a:solidFill>
                <a:latin typeface="Times New Roman" pitchFamily="18" charset="0"/>
                <a:ea typeface="MS PGothic" pitchFamily="34" charset="-128"/>
              </a:defRPr>
            </a:lvl2pPr>
            <a:lvl3pPr marL="1143000" indent="-228600">
              <a:defRPr sz="2400">
                <a:solidFill>
                  <a:schemeClr val="tx1"/>
                </a:solidFill>
                <a:latin typeface="Times New Roman" pitchFamily="18" charset="0"/>
                <a:ea typeface="MS PGothic" pitchFamily="34" charset="-128"/>
              </a:defRPr>
            </a:lvl3pPr>
            <a:lvl4pPr marL="1600200" indent="-228600">
              <a:defRPr sz="2400">
                <a:solidFill>
                  <a:schemeClr val="tx1"/>
                </a:solidFill>
                <a:latin typeface="Times New Roman" pitchFamily="18" charset="0"/>
                <a:ea typeface="MS PGothic" pitchFamily="34" charset="-128"/>
              </a:defRPr>
            </a:lvl4pPr>
            <a:lvl5pPr marL="2057400" indent="-228600">
              <a:defRPr sz="2400">
                <a:solidFill>
                  <a:schemeClr val="tx1"/>
                </a:solidFill>
                <a:latin typeface="Times New Roman" pitchFamily="18" charset="0"/>
                <a:ea typeface="MS PGothic" pitchFamily="34" charset="-128"/>
              </a:defRPr>
            </a:lvl5pPr>
            <a:lvl6pPr marL="2514600" indent="-228600" eaLnBrk="0" fontAlgn="base" hangingPunct="0">
              <a:spcBef>
                <a:spcPct val="0"/>
              </a:spcBef>
              <a:spcAft>
                <a:spcPct val="0"/>
              </a:spcAft>
              <a:defRPr sz="2400">
                <a:solidFill>
                  <a:schemeClr val="tx1"/>
                </a:solidFill>
                <a:latin typeface="Times New Roman" pitchFamily="18" charset="0"/>
                <a:ea typeface="MS PGothic" pitchFamily="34" charset="-128"/>
              </a:defRPr>
            </a:lvl6pPr>
            <a:lvl7pPr marL="2971800" indent="-228600" eaLnBrk="0" fontAlgn="base" hangingPunct="0">
              <a:spcBef>
                <a:spcPct val="0"/>
              </a:spcBef>
              <a:spcAft>
                <a:spcPct val="0"/>
              </a:spcAft>
              <a:defRPr sz="2400">
                <a:solidFill>
                  <a:schemeClr val="tx1"/>
                </a:solidFill>
                <a:latin typeface="Times New Roman" pitchFamily="18" charset="0"/>
                <a:ea typeface="MS PGothic" pitchFamily="34" charset="-128"/>
              </a:defRPr>
            </a:lvl7pPr>
            <a:lvl8pPr marL="3429000" indent="-228600" eaLnBrk="0" fontAlgn="base" hangingPunct="0">
              <a:spcBef>
                <a:spcPct val="0"/>
              </a:spcBef>
              <a:spcAft>
                <a:spcPct val="0"/>
              </a:spcAft>
              <a:defRPr sz="2400">
                <a:solidFill>
                  <a:schemeClr val="tx1"/>
                </a:solidFill>
                <a:latin typeface="Times New Roman" pitchFamily="18" charset="0"/>
                <a:ea typeface="MS PGothic" pitchFamily="34" charset="-128"/>
              </a:defRPr>
            </a:lvl8pPr>
            <a:lvl9pPr marL="3886200" indent="-228600" eaLnBrk="0" fontAlgn="base" hangingPunct="0">
              <a:spcBef>
                <a:spcPct val="0"/>
              </a:spcBef>
              <a:spcAft>
                <a:spcPct val="0"/>
              </a:spcAft>
              <a:defRPr sz="2400">
                <a:solidFill>
                  <a:schemeClr val="tx1"/>
                </a:solidFill>
                <a:latin typeface="Times New Roman" pitchFamily="18" charset="0"/>
                <a:ea typeface="MS PGothic" pitchFamily="34" charset="-128"/>
              </a:defRPr>
            </a:lvl9pPr>
          </a:lstStyle>
          <a:p>
            <a:endParaRPr lang="ms-MY" altLang="en-US"/>
          </a:p>
        </p:txBody>
      </p:sp>
      <p:sp>
        <p:nvSpPr>
          <p:cNvPr id="71692" name="Rectangle 9"/>
          <p:cNvSpPr>
            <a:spLocks noChangeArrowheads="1"/>
          </p:cNvSpPr>
          <p:nvPr/>
        </p:nvSpPr>
        <p:spPr bwMode="auto">
          <a:xfrm>
            <a:off x="0" y="0"/>
            <a:ext cx="9144000" cy="0"/>
          </a:xfrm>
          <a:prstGeom prst="rect">
            <a:avLst/>
          </a:prstGeom>
          <a:noFill/>
          <a:ln>
            <a:noFill/>
          </a:ln>
          <a:effectLst>
            <a:prstShdw prst="shdw17" dist="17961" dir="2700000">
              <a:srgbClr val="7A7A7A"/>
            </a:prst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Lst>
        </p:spPr>
        <p:txBody>
          <a:bodyPr anchor="ctr">
            <a:spAutoFit/>
          </a:bodyPr>
          <a:lstStyle>
            <a:lvl1pPr>
              <a:defRPr sz="2400">
                <a:solidFill>
                  <a:schemeClr val="tx1"/>
                </a:solidFill>
                <a:latin typeface="Times New Roman" pitchFamily="18" charset="0"/>
                <a:ea typeface="MS PGothic" pitchFamily="34" charset="-128"/>
              </a:defRPr>
            </a:lvl1pPr>
            <a:lvl2pPr marL="742950" indent="-285750">
              <a:defRPr sz="2400">
                <a:solidFill>
                  <a:schemeClr val="tx1"/>
                </a:solidFill>
                <a:latin typeface="Times New Roman" pitchFamily="18" charset="0"/>
                <a:ea typeface="MS PGothic" pitchFamily="34" charset="-128"/>
              </a:defRPr>
            </a:lvl2pPr>
            <a:lvl3pPr marL="1143000" indent="-228600">
              <a:defRPr sz="2400">
                <a:solidFill>
                  <a:schemeClr val="tx1"/>
                </a:solidFill>
                <a:latin typeface="Times New Roman" pitchFamily="18" charset="0"/>
                <a:ea typeface="MS PGothic" pitchFamily="34" charset="-128"/>
              </a:defRPr>
            </a:lvl3pPr>
            <a:lvl4pPr marL="1600200" indent="-228600">
              <a:defRPr sz="2400">
                <a:solidFill>
                  <a:schemeClr val="tx1"/>
                </a:solidFill>
                <a:latin typeface="Times New Roman" pitchFamily="18" charset="0"/>
                <a:ea typeface="MS PGothic" pitchFamily="34" charset="-128"/>
              </a:defRPr>
            </a:lvl4pPr>
            <a:lvl5pPr marL="2057400" indent="-228600">
              <a:defRPr sz="2400">
                <a:solidFill>
                  <a:schemeClr val="tx1"/>
                </a:solidFill>
                <a:latin typeface="Times New Roman" pitchFamily="18" charset="0"/>
                <a:ea typeface="MS PGothic" pitchFamily="34" charset="-128"/>
              </a:defRPr>
            </a:lvl5pPr>
            <a:lvl6pPr marL="2514600" indent="-228600" eaLnBrk="0" fontAlgn="base" hangingPunct="0">
              <a:spcBef>
                <a:spcPct val="0"/>
              </a:spcBef>
              <a:spcAft>
                <a:spcPct val="0"/>
              </a:spcAft>
              <a:defRPr sz="2400">
                <a:solidFill>
                  <a:schemeClr val="tx1"/>
                </a:solidFill>
                <a:latin typeface="Times New Roman" pitchFamily="18" charset="0"/>
                <a:ea typeface="MS PGothic" pitchFamily="34" charset="-128"/>
              </a:defRPr>
            </a:lvl6pPr>
            <a:lvl7pPr marL="2971800" indent="-228600" eaLnBrk="0" fontAlgn="base" hangingPunct="0">
              <a:spcBef>
                <a:spcPct val="0"/>
              </a:spcBef>
              <a:spcAft>
                <a:spcPct val="0"/>
              </a:spcAft>
              <a:defRPr sz="2400">
                <a:solidFill>
                  <a:schemeClr val="tx1"/>
                </a:solidFill>
                <a:latin typeface="Times New Roman" pitchFamily="18" charset="0"/>
                <a:ea typeface="MS PGothic" pitchFamily="34" charset="-128"/>
              </a:defRPr>
            </a:lvl7pPr>
            <a:lvl8pPr marL="3429000" indent="-228600" eaLnBrk="0" fontAlgn="base" hangingPunct="0">
              <a:spcBef>
                <a:spcPct val="0"/>
              </a:spcBef>
              <a:spcAft>
                <a:spcPct val="0"/>
              </a:spcAft>
              <a:defRPr sz="2400">
                <a:solidFill>
                  <a:schemeClr val="tx1"/>
                </a:solidFill>
                <a:latin typeface="Times New Roman" pitchFamily="18" charset="0"/>
                <a:ea typeface="MS PGothic" pitchFamily="34" charset="-128"/>
              </a:defRPr>
            </a:lvl8pPr>
            <a:lvl9pPr marL="3886200" indent="-228600" eaLnBrk="0" fontAlgn="base" hangingPunct="0">
              <a:spcBef>
                <a:spcPct val="0"/>
              </a:spcBef>
              <a:spcAft>
                <a:spcPct val="0"/>
              </a:spcAft>
              <a:defRPr sz="2400">
                <a:solidFill>
                  <a:schemeClr val="tx1"/>
                </a:solidFill>
                <a:latin typeface="Times New Roman" pitchFamily="18" charset="0"/>
                <a:ea typeface="MS PGothic" pitchFamily="34" charset="-128"/>
              </a:defRPr>
            </a:lvl9pPr>
          </a:lstStyle>
          <a:p>
            <a:endParaRPr lang="ms-MY" altLang="en-US"/>
          </a:p>
        </p:txBody>
      </p:sp>
      <p:sp>
        <p:nvSpPr>
          <p:cNvPr id="71693" name="Rectangle 11"/>
          <p:cNvSpPr>
            <a:spLocks noChangeArrowheads="1"/>
          </p:cNvSpPr>
          <p:nvPr/>
        </p:nvSpPr>
        <p:spPr bwMode="auto">
          <a:xfrm>
            <a:off x="0" y="0"/>
            <a:ext cx="9144000" cy="0"/>
          </a:xfrm>
          <a:prstGeom prst="rect">
            <a:avLst/>
          </a:prstGeom>
          <a:noFill/>
          <a:ln>
            <a:noFill/>
          </a:ln>
          <a:effectLst>
            <a:prstShdw prst="shdw17" dist="17961" dir="2700000">
              <a:srgbClr val="7A7A7A"/>
            </a:prst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Lst>
        </p:spPr>
        <p:txBody>
          <a:bodyPr wrap="none" anchor="ctr">
            <a:spAutoFit/>
          </a:bodyPr>
          <a:lstStyle>
            <a:lvl1pPr>
              <a:defRPr sz="2400">
                <a:solidFill>
                  <a:schemeClr val="tx1"/>
                </a:solidFill>
                <a:latin typeface="Times New Roman" pitchFamily="18" charset="0"/>
                <a:ea typeface="MS PGothic" pitchFamily="34" charset="-128"/>
              </a:defRPr>
            </a:lvl1pPr>
            <a:lvl2pPr marL="742950" indent="-285750">
              <a:defRPr sz="2400">
                <a:solidFill>
                  <a:schemeClr val="tx1"/>
                </a:solidFill>
                <a:latin typeface="Times New Roman" pitchFamily="18" charset="0"/>
                <a:ea typeface="MS PGothic" pitchFamily="34" charset="-128"/>
              </a:defRPr>
            </a:lvl2pPr>
            <a:lvl3pPr marL="1143000" indent="-228600">
              <a:defRPr sz="2400">
                <a:solidFill>
                  <a:schemeClr val="tx1"/>
                </a:solidFill>
                <a:latin typeface="Times New Roman" pitchFamily="18" charset="0"/>
                <a:ea typeface="MS PGothic" pitchFamily="34" charset="-128"/>
              </a:defRPr>
            </a:lvl3pPr>
            <a:lvl4pPr marL="1600200" indent="-228600">
              <a:defRPr sz="2400">
                <a:solidFill>
                  <a:schemeClr val="tx1"/>
                </a:solidFill>
                <a:latin typeface="Times New Roman" pitchFamily="18" charset="0"/>
                <a:ea typeface="MS PGothic" pitchFamily="34" charset="-128"/>
              </a:defRPr>
            </a:lvl4pPr>
            <a:lvl5pPr marL="2057400" indent="-228600">
              <a:defRPr sz="2400">
                <a:solidFill>
                  <a:schemeClr val="tx1"/>
                </a:solidFill>
                <a:latin typeface="Times New Roman" pitchFamily="18" charset="0"/>
                <a:ea typeface="MS PGothic" pitchFamily="34" charset="-128"/>
              </a:defRPr>
            </a:lvl5pPr>
            <a:lvl6pPr marL="2514600" indent="-228600" eaLnBrk="0" fontAlgn="base" hangingPunct="0">
              <a:spcBef>
                <a:spcPct val="0"/>
              </a:spcBef>
              <a:spcAft>
                <a:spcPct val="0"/>
              </a:spcAft>
              <a:defRPr sz="2400">
                <a:solidFill>
                  <a:schemeClr val="tx1"/>
                </a:solidFill>
                <a:latin typeface="Times New Roman" pitchFamily="18" charset="0"/>
                <a:ea typeface="MS PGothic" pitchFamily="34" charset="-128"/>
              </a:defRPr>
            </a:lvl6pPr>
            <a:lvl7pPr marL="2971800" indent="-228600" eaLnBrk="0" fontAlgn="base" hangingPunct="0">
              <a:spcBef>
                <a:spcPct val="0"/>
              </a:spcBef>
              <a:spcAft>
                <a:spcPct val="0"/>
              </a:spcAft>
              <a:defRPr sz="2400">
                <a:solidFill>
                  <a:schemeClr val="tx1"/>
                </a:solidFill>
                <a:latin typeface="Times New Roman" pitchFamily="18" charset="0"/>
                <a:ea typeface="MS PGothic" pitchFamily="34" charset="-128"/>
              </a:defRPr>
            </a:lvl7pPr>
            <a:lvl8pPr marL="3429000" indent="-228600" eaLnBrk="0" fontAlgn="base" hangingPunct="0">
              <a:spcBef>
                <a:spcPct val="0"/>
              </a:spcBef>
              <a:spcAft>
                <a:spcPct val="0"/>
              </a:spcAft>
              <a:defRPr sz="2400">
                <a:solidFill>
                  <a:schemeClr val="tx1"/>
                </a:solidFill>
                <a:latin typeface="Times New Roman" pitchFamily="18" charset="0"/>
                <a:ea typeface="MS PGothic" pitchFamily="34" charset="-128"/>
              </a:defRPr>
            </a:lvl8pPr>
            <a:lvl9pPr marL="3886200" indent="-228600" eaLnBrk="0" fontAlgn="base" hangingPunct="0">
              <a:spcBef>
                <a:spcPct val="0"/>
              </a:spcBef>
              <a:spcAft>
                <a:spcPct val="0"/>
              </a:spcAft>
              <a:defRPr sz="2400">
                <a:solidFill>
                  <a:schemeClr val="tx1"/>
                </a:solidFill>
                <a:latin typeface="Times New Roman" pitchFamily="18" charset="0"/>
                <a:ea typeface="MS PGothic" pitchFamily="34" charset="-128"/>
              </a:defRPr>
            </a:lvl9pPr>
          </a:lstStyle>
          <a:p>
            <a:endParaRPr lang="ms-MY" altLang="en-US"/>
          </a:p>
        </p:txBody>
      </p:sp>
      <p:pic>
        <p:nvPicPr>
          <p:cNvPr id="71694" name="Picture 16"/>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0" y="1117600"/>
            <a:ext cx="9144000" cy="40640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Lst>
        </p:spPr>
      </p:pic>
    </p:spTree>
  </p:cSld>
  <p:clrMapOvr>
    <a:masterClrMapping/>
  </p:clrMapOvr>
  <p:transition>
    <p:wipe dir="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1" name="Rectangle 2"/>
          <p:cNvSpPr>
            <a:spLocks noGrp="1" noChangeArrowheads="1"/>
          </p:cNvSpPr>
          <p:nvPr>
            <p:ph type="title"/>
          </p:nvPr>
        </p:nvSpPr>
        <p:spPr>
          <a:xfrm>
            <a:off x="685800" y="0"/>
            <a:ext cx="7772400" cy="1428750"/>
          </a:xfrm>
        </p:spPr>
        <p:txBody>
          <a:bodyPr/>
          <a:lstStyle/>
          <a:p>
            <a:pPr algn="ctr">
              <a:defRPr/>
            </a:pPr>
            <a:r>
              <a:rPr lang="en-US" sz="4800" b="1" dirty="0">
                <a:solidFill>
                  <a:schemeClr val="tx1"/>
                </a:solidFill>
                <a:latin typeface="Times New Roman" panose="02020603050405020304" pitchFamily="18" charset="0"/>
                <a:ea typeface="ＭＳ Ｐゴシック" charset="0"/>
                <a:cs typeface="Times New Roman" panose="02020603050405020304" pitchFamily="18" charset="0"/>
              </a:rPr>
              <a:t>The Delegation Model: Example</a:t>
            </a:r>
          </a:p>
        </p:txBody>
      </p:sp>
      <p:sp>
        <p:nvSpPr>
          <p:cNvPr id="17412" name="Rectangle 3"/>
          <p:cNvSpPr>
            <a:spLocks noChangeArrowheads="1"/>
          </p:cNvSpPr>
          <p:nvPr/>
        </p:nvSpPr>
        <p:spPr bwMode="auto">
          <a:xfrm>
            <a:off x="1970088" y="2255838"/>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defRPr/>
            </a:pPr>
            <a:endParaRPr lang="en-US">
              <a:latin typeface="Times New Roman" charset="0"/>
              <a:ea typeface="ＭＳ Ｐゴシック" charset="0"/>
              <a:cs typeface="ＭＳ Ｐゴシック" charset="0"/>
            </a:endParaRPr>
          </a:p>
        </p:txBody>
      </p:sp>
      <p:sp>
        <p:nvSpPr>
          <p:cNvPr id="17413" name="Rectangle 6"/>
          <p:cNvSpPr>
            <a:spLocks noChangeArrowheads="1"/>
          </p:cNvSpPr>
          <p:nvPr/>
        </p:nvSpPr>
        <p:spPr bwMode="auto">
          <a:xfrm>
            <a:off x="1971675" y="281940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defRPr/>
            </a:pPr>
            <a:endParaRPr lang="en-US">
              <a:latin typeface="Times New Roman" charset="0"/>
              <a:ea typeface="ＭＳ Ｐゴシック" charset="0"/>
              <a:cs typeface="ＭＳ Ｐゴシック" charset="0"/>
            </a:endParaRPr>
          </a:p>
        </p:txBody>
      </p:sp>
      <p:sp>
        <p:nvSpPr>
          <p:cNvPr id="72710" name="Text Box 7"/>
          <p:cNvSpPr txBox="1">
            <a:spLocks noChangeArrowheads="1"/>
          </p:cNvSpPr>
          <p:nvPr/>
        </p:nvSpPr>
        <p:spPr bwMode="auto">
          <a:xfrm>
            <a:off x="228600" y="2667000"/>
            <a:ext cx="8610600" cy="1570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New Roman" pitchFamily="18" charset="0"/>
                <a:ea typeface="MS PGothic" pitchFamily="34" charset="-128"/>
              </a:defRPr>
            </a:lvl1pPr>
            <a:lvl2pPr marL="742950" indent="-285750">
              <a:defRPr sz="2400">
                <a:solidFill>
                  <a:schemeClr val="tx1"/>
                </a:solidFill>
                <a:latin typeface="Times New Roman" pitchFamily="18" charset="0"/>
                <a:ea typeface="MS PGothic" pitchFamily="34" charset="-128"/>
              </a:defRPr>
            </a:lvl2pPr>
            <a:lvl3pPr marL="1143000" indent="-228600">
              <a:defRPr sz="2400">
                <a:solidFill>
                  <a:schemeClr val="tx1"/>
                </a:solidFill>
                <a:latin typeface="Times New Roman" pitchFamily="18" charset="0"/>
                <a:ea typeface="MS PGothic" pitchFamily="34" charset="-128"/>
              </a:defRPr>
            </a:lvl3pPr>
            <a:lvl4pPr marL="1600200" indent="-228600">
              <a:defRPr sz="2400">
                <a:solidFill>
                  <a:schemeClr val="tx1"/>
                </a:solidFill>
                <a:latin typeface="Times New Roman" pitchFamily="18" charset="0"/>
                <a:ea typeface="MS PGothic" pitchFamily="34" charset="-128"/>
              </a:defRPr>
            </a:lvl4pPr>
            <a:lvl5pPr marL="2057400" indent="-228600">
              <a:defRPr sz="2400">
                <a:solidFill>
                  <a:schemeClr val="tx1"/>
                </a:solidFill>
                <a:latin typeface="Times New Roman" pitchFamily="18" charset="0"/>
                <a:ea typeface="MS PGothic" pitchFamily="34" charset="-128"/>
              </a:defRPr>
            </a:lvl5pPr>
            <a:lvl6pPr marL="2514600" indent="-228600" eaLnBrk="0" fontAlgn="base" hangingPunct="0">
              <a:spcBef>
                <a:spcPct val="0"/>
              </a:spcBef>
              <a:spcAft>
                <a:spcPct val="0"/>
              </a:spcAft>
              <a:defRPr sz="2400">
                <a:solidFill>
                  <a:schemeClr val="tx1"/>
                </a:solidFill>
                <a:latin typeface="Times New Roman" pitchFamily="18" charset="0"/>
                <a:ea typeface="MS PGothic" pitchFamily="34" charset="-128"/>
              </a:defRPr>
            </a:lvl6pPr>
            <a:lvl7pPr marL="2971800" indent="-228600" eaLnBrk="0" fontAlgn="base" hangingPunct="0">
              <a:spcBef>
                <a:spcPct val="0"/>
              </a:spcBef>
              <a:spcAft>
                <a:spcPct val="0"/>
              </a:spcAft>
              <a:defRPr sz="2400">
                <a:solidFill>
                  <a:schemeClr val="tx1"/>
                </a:solidFill>
                <a:latin typeface="Times New Roman" pitchFamily="18" charset="0"/>
                <a:ea typeface="MS PGothic" pitchFamily="34" charset="-128"/>
              </a:defRPr>
            </a:lvl7pPr>
            <a:lvl8pPr marL="3429000" indent="-228600" eaLnBrk="0" fontAlgn="base" hangingPunct="0">
              <a:spcBef>
                <a:spcPct val="0"/>
              </a:spcBef>
              <a:spcAft>
                <a:spcPct val="0"/>
              </a:spcAft>
              <a:defRPr sz="2400">
                <a:solidFill>
                  <a:schemeClr val="tx1"/>
                </a:solidFill>
                <a:latin typeface="Times New Roman" pitchFamily="18" charset="0"/>
                <a:ea typeface="MS PGothic" pitchFamily="34" charset="-128"/>
              </a:defRPr>
            </a:lvl8pPr>
            <a:lvl9pPr marL="3886200" indent="-228600" eaLnBrk="0" fontAlgn="base" hangingPunct="0">
              <a:spcBef>
                <a:spcPct val="0"/>
              </a:spcBef>
              <a:spcAft>
                <a:spcPct val="0"/>
              </a:spcAft>
              <a:defRPr sz="2400">
                <a:solidFill>
                  <a:schemeClr val="tx1"/>
                </a:solidFill>
                <a:latin typeface="Times New Roman" pitchFamily="18" charset="0"/>
                <a:ea typeface="MS PGothic" pitchFamily="34" charset="-128"/>
              </a:defRPr>
            </a:lvl9pPr>
          </a:lstStyle>
          <a:p>
            <a:pPr>
              <a:spcBef>
                <a:spcPct val="50000"/>
              </a:spcBef>
            </a:pPr>
            <a:r>
              <a:rPr lang="en-US" altLang="en-US" dirty="0">
                <a:solidFill>
                  <a:schemeClr val="bg2"/>
                </a:solidFill>
                <a:latin typeface="Courier New" panose="02070309020205020404" pitchFamily="49" charset="0"/>
                <a:cs typeface="Courier New" pitchFamily="49" charset="0"/>
              </a:rPr>
              <a:t>Button </a:t>
            </a:r>
            <a:r>
              <a:rPr lang="en-US" altLang="en-US" dirty="0" err="1">
                <a:solidFill>
                  <a:schemeClr val="bg2"/>
                </a:solidFill>
                <a:latin typeface="Courier New" pitchFamily="49" charset="0"/>
                <a:cs typeface="Courier New" pitchFamily="49" charset="0"/>
              </a:rPr>
              <a:t>btOK</a:t>
            </a:r>
            <a:r>
              <a:rPr lang="en-US" altLang="en-US" dirty="0">
                <a:solidFill>
                  <a:schemeClr val="bg2"/>
                </a:solidFill>
                <a:latin typeface="Courier New" pitchFamily="49" charset="0"/>
                <a:cs typeface="Courier New" pitchFamily="49" charset="0"/>
              </a:rPr>
              <a:t> = new Button("OK");</a:t>
            </a:r>
          </a:p>
          <a:p>
            <a:pPr>
              <a:spcBef>
                <a:spcPct val="50000"/>
              </a:spcBef>
            </a:pPr>
            <a:r>
              <a:rPr lang="en-US" altLang="en-US" dirty="0" err="1">
                <a:solidFill>
                  <a:schemeClr val="bg2"/>
                </a:solidFill>
                <a:latin typeface="Courier New" pitchFamily="49" charset="0"/>
                <a:cs typeface="Courier New" pitchFamily="49" charset="0"/>
              </a:rPr>
              <a:t>OKHandlerClass</a:t>
            </a:r>
            <a:r>
              <a:rPr lang="en-US" altLang="en-US" dirty="0">
                <a:solidFill>
                  <a:schemeClr val="bg2"/>
                </a:solidFill>
                <a:latin typeface="Courier New" pitchFamily="49" charset="0"/>
                <a:cs typeface="Courier New" pitchFamily="49" charset="0"/>
              </a:rPr>
              <a:t> handler = new </a:t>
            </a:r>
            <a:r>
              <a:rPr lang="en-US" altLang="en-US" dirty="0" err="1">
                <a:solidFill>
                  <a:schemeClr val="bg2"/>
                </a:solidFill>
                <a:latin typeface="Courier New" pitchFamily="49" charset="0"/>
                <a:cs typeface="Courier New" pitchFamily="49" charset="0"/>
              </a:rPr>
              <a:t>OKHandlerClass</a:t>
            </a:r>
            <a:r>
              <a:rPr lang="en-US" altLang="en-US" dirty="0">
                <a:solidFill>
                  <a:schemeClr val="bg2"/>
                </a:solidFill>
                <a:latin typeface="Courier New" pitchFamily="49" charset="0"/>
                <a:cs typeface="Courier New" pitchFamily="49" charset="0"/>
              </a:rPr>
              <a:t>();</a:t>
            </a:r>
          </a:p>
          <a:p>
            <a:pPr>
              <a:spcBef>
                <a:spcPct val="50000"/>
              </a:spcBef>
            </a:pPr>
            <a:r>
              <a:rPr lang="en-US" altLang="en-US" dirty="0" err="1">
                <a:solidFill>
                  <a:schemeClr val="bg2"/>
                </a:solidFill>
                <a:latin typeface="Courier New" pitchFamily="49" charset="0"/>
                <a:cs typeface="Courier New" pitchFamily="49" charset="0"/>
              </a:rPr>
              <a:t>btOK.setOnAction</a:t>
            </a:r>
            <a:r>
              <a:rPr lang="en-US" altLang="en-US" dirty="0">
                <a:solidFill>
                  <a:schemeClr val="bg2"/>
                </a:solidFill>
                <a:latin typeface="Courier New" pitchFamily="49" charset="0"/>
                <a:cs typeface="Courier New" pitchFamily="49" charset="0"/>
              </a:rPr>
              <a:t>(handler);</a:t>
            </a:r>
          </a:p>
        </p:txBody>
      </p:sp>
    </p:spTree>
  </p:cSld>
  <p:clrMapOvr>
    <a:masterClrMapping/>
  </p:clrMapOvr>
  <p:transition>
    <p:wipe dir="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5" name="Rectangle 2"/>
          <p:cNvSpPr>
            <a:spLocks noGrp="1" noChangeArrowheads="1"/>
          </p:cNvSpPr>
          <p:nvPr>
            <p:ph type="title"/>
          </p:nvPr>
        </p:nvSpPr>
        <p:spPr>
          <a:xfrm>
            <a:off x="685800" y="0"/>
            <a:ext cx="7772400" cy="1428750"/>
          </a:xfrm>
        </p:spPr>
        <p:txBody>
          <a:bodyPr/>
          <a:lstStyle/>
          <a:p>
            <a:pPr algn="ctr">
              <a:defRPr/>
            </a:pPr>
            <a:r>
              <a:rPr lang="en-US" sz="4000" b="1" dirty="0">
                <a:solidFill>
                  <a:schemeClr val="tx1"/>
                </a:solidFill>
                <a:latin typeface="Times New Roman" panose="02020603050405020304" pitchFamily="18" charset="0"/>
                <a:ea typeface="ＭＳ Ｐゴシック" charset="0"/>
                <a:cs typeface="Times New Roman" panose="02020603050405020304" pitchFamily="18" charset="0"/>
              </a:rPr>
              <a:t>Example: First Version for </a:t>
            </a:r>
            <a:r>
              <a:rPr lang="en-US" sz="4000" b="1" dirty="0" err="1">
                <a:solidFill>
                  <a:schemeClr val="tx1"/>
                </a:solidFill>
                <a:latin typeface="Times New Roman" panose="02020603050405020304" pitchFamily="18" charset="0"/>
                <a:ea typeface="ＭＳ Ｐゴシック" charset="0"/>
                <a:cs typeface="Times New Roman" panose="02020603050405020304" pitchFamily="18" charset="0"/>
              </a:rPr>
              <a:t>ControlCircle</a:t>
            </a:r>
            <a:r>
              <a:rPr lang="en-US" sz="4000" b="1" dirty="0">
                <a:solidFill>
                  <a:schemeClr val="tx1"/>
                </a:solidFill>
                <a:latin typeface="Times New Roman" panose="02020603050405020304" pitchFamily="18" charset="0"/>
                <a:ea typeface="ＭＳ Ｐゴシック" charset="0"/>
                <a:cs typeface="Times New Roman" panose="02020603050405020304" pitchFamily="18" charset="0"/>
              </a:rPr>
              <a:t> (no listeners)</a:t>
            </a:r>
          </a:p>
        </p:txBody>
      </p:sp>
      <p:sp>
        <p:nvSpPr>
          <p:cNvPr id="18436" name="Rectangle 3"/>
          <p:cNvSpPr>
            <a:spLocks noGrp="1" noChangeArrowheads="1"/>
          </p:cNvSpPr>
          <p:nvPr>
            <p:ph idx="1"/>
          </p:nvPr>
        </p:nvSpPr>
        <p:spPr>
          <a:xfrm>
            <a:off x="609600" y="1600200"/>
            <a:ext cx="8077200" cy="1219200"/>
          </a:xfrm>
        </p:spPr>
        <p:txBody>
          <a:bodyPr/>
          <a:lstStyle/>
          <a:p>
            <a:pPr marL="0" indent="0">
              <a:spcBef>
                <a:spcPct val="50000"/>
              </a:spcBef>
              <a:buFont typeface="Monotype Sorts" charset="0"/>
              <a:buNone/>
              <a:defRPr/>
            </a:pPr>
            <a:r>
              <a:rPr lang="en-US" dirty="0">
                <a:latin typeface="Times New Roman" panose="02020603050405020304" pitchFamily="18" charset="0"/>
                <a:ea typeface="ＭＳ Ｐゴシック" charset="0"/>
                <a:cs typeface="Times New Roman" panose="02020603050405020304" pitchFamily="18" charset="0"/>
              </a:rPr>
              <a:t>Now let us consider to write a program that uses two buttons to control the size of a circle. </a:t>
            </a:r>
          </a:p>
        </p:txBody>
      </p:sp>
      <p:pic>
        <p:nvPicPr>
          <p:cNvPr id="18439" name="Picture 8"/>
          <p:cNvPicPr>
            <a:picLocks noChangeAspect="1" noChangeArrowheads="1"/>
          </p:cNvPicPr>
          <p:nvPr/>
        </p:nvPicPr>
        <p:blipFill>
          <a:blip r:embed="rId2" cstate="print"/>
          <a:srcRect/>
          <a:stretch>
            <a:fillRect/>
          </a:stretch>
        </p:blipFill>
        <p:spPr bwMode="auto">
          <a:xfrm>
            <a:off x="2667000" y="2819400"/>
            <a:ext cx="3248025" cy="1924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pic>
      <p:sp>
        <p:nvSpPr>
          <p:cNvPr id="9" name="Rectangle 8">
            <a:hlinkClick r:id="rId3"/>
          </p:cNvPr>
          <p:cNvSpPr>
            <a:spLocks noChangeArrowheads="1"/>
          </p:cNvSpPr>
          <p:nvPr/>
        </p:nvSpPr>
        <p:spPr bwMode="auto">
          <a:xfrm>
            <a:off x="1600200" y="5791200"/>
            <a:ext cx="4114800" cy="381000"/>
          </a:xfrm>
          <a:prstGeom prst="rect">
            <a:avLst/>
          </a:prstGeom>
          <a:solidFill>
            <a:srgbClr val="92D050"/>
          </a:solidFill>
          <a:ln>
            <a:noFill/>
          </a:ln>
          <a:extLst>
            <a:ext uri="{91240B29-F687-4F45-9708-019B960494DF}">
              <a14:hiddenLine xmlns:a14="http://schemas.microsoft.com/office/drawing/2010/main" w="12700" algn="ctr">
                <a:solidFill>
                  <a:srgbClr val="000000"/>
                </a:solidFill>
                <a:round/>
                <a:headEnd type="none" w="sm" len="sm"/>
                <a:tailEnd type="none" w="sm" len="sm"/>
              </a14:hiddenLine>
            </a:ext>
          </a:extLst>
        </p:spPr>
        <p:txBody>
          <a:bodyPr/>
          <a:lstStyle>
            <a:lvl1pPr>
              <a:spcBef>
                <a:spcPct val="20000"/>
              </a:spcBef>
              <a:buClr>
                <a:schemeClr val="tx2"/>
              </a:buClr>
              <a:buSzPct val="75000"/>
              <a:buFont typeface="Monotype Sorts"/>
              <a:buChar char="F"/>
              <a:defRPr sz="3200">
                <a:solidFill>
                  <a:schemeClr val="tx1"/>
                </a:solidFill>
                <a:latin typeface="Times New Roman" pitchFamily="18" charset="0"/>
              </a:defRPr>
            </a:lvl1pPr>
            <a:lvl2pPr marL="742950" indent="-285750">
              <a:spcBef>
                <a:spcPct val="20000"/>
              </a:spcBef>
              <a:buClr>
                <a:schemeClr val="tx1"/>
              </a:buClr>
              <a:buChar char="–"/>
              <a:defRPr sz="2800">
                <a:solidFill>
                  <a:schemeClr val="tx1"/>
                </a:solidFill>
                <a:latin typeface="Times New Roman" pitchFamily="18" charset="0"/>
              </a:defRPr>
            </a:lvl2pPr>
            <a:lvl3pPr marL="1143000" indent="-228600">
              <a:spcBef>
                <a:spcPct val="20000"/>
              </a:spcBef>
              <a:buClr>
                <a:schemeClr val="accent2"/>
              </a:buClr>
              <a:buSzPct val="65000"/>
              <a:buFont typeface="Monotype Sorts"/>
              <a:buChar char="u"/>
              <a:defRPr sz="2400">
                <a:solidFill>
                  <a:schemeClr val="tx1"/>
                </a:solidFill>
                <a:latin typeface="Times New Roman" pitchFamily="18" charset="0"/>
              </a:defRPr>
            </a:lvl3pPr>
            <a:lvl4pPr marL="1600200" indent="-228600">
              <a:spcBef>
                <a:spcPct val="20000"/>
              </a:spcBef>
              <a:buClr>
                <a:schemeClr val="tx1"/>
              </a:buClr>
              <a:buChar char="–"/>
              <a:defRPr sz="2000">
                <a:solidFill>
                  <a:schemeClr val="tx1"/>
                </a:solidFill>
                <a:latin typeface="Times New Roman" pitchFamily="18" charset="0"/>
              </a:defRPr>
            </a:lvl4pPr>
            <a:lvl5pPr marL="2057400" indent="-228600">
              <a:spcBef>
                <a:spcPct val="20000"/>
              </a:spcBef>
              <a:buClr>
                <a:schemeClr val="tx2"/>
              </a:buClr>
              <a:buChar char="•"/>
              <a:defRPr sz="2000">
                <a:solidFill>
                  <a:schemeClr val="tx1"/>
                </a:solidFill>
                <a:latin typeface="Times New Roman" pitchFamily="18" charset="0"/>
              </a:defRPr>
            </a:lvl5pPr>
            <a:lvl6pPr marL="2514600" indent="-228600" eaLnBrk="0" fontAlgn="base" hangingPunct="0">
              <a:spcBef>
                <a:spcPct val="20000"/>
              </a:spcBef>
              <a:spcAft>
                <a:spcPct val="0"/>
              </a:spcAft>
              <a:buClr>
                <a:schemeClr val="tx2"/>
              </a:buClr>
              <a:buChar char="•"/>
              <a:defRPr sz="2000">
                <a:solidFill>
                  <a:schemeClr val="tx1"/>
                </a:solidFill>
                <a:latin typeface="Times New Roman" pitchFamily="18" charset="0"/>
              </a:defRPr>
            </a:lvl6pPr>
            <a:lvl7pPr marL="2971800" indent="-228600" eaLnBrk="0" fontAlgn="base" hangingPunct="0">
              <a:spcBef>
                <a:spcPct val="20000"/>
              </a:spcBef>
              <a:spcAft>
                <a:spcPct val="0"/>
              </a:spcAft>
              <a:buClr>
                <a:schemeClr val="tx2"/>
              </a:buClr>
              <a:buChar char="•"/>
              <a:defRPr sz="2000">
                <a:solidFill>
                  <a:schemeClr val="tx1"/>
                </a:solidFill>
                <a:latin typeface="Times New Roman" pitchFamily="18" charset="0"/>
              </a:defRPr>
            </a:lvl7pPr>
            <a:lvl8pPr marL="3429000" indent="-228600" eaLnBrk="0" fontAlgn="base" hangingPunct="0">
              <a:spcBef>
                <a:spcPct val="20000"/>
              </a:spcBef>
              <a:spcAft>
                <a:spcPct val="0"/>
              </a:spcAft>
              <a:buClr>
                <a:schemeClr val="tx2"/>
              </a:buClr>
              <a:buChar char="•"/>
              <a:defRPr sz="2000">
                <a:solidFill>
                  <a:schemeClr val="tx1"/>
                </a:solidFill>
                <a:latin typeface="Times New Roman" pitchFamily="18" charset="0"/>
              </a:defRPr>
            </a:lvl8pPr>
            <a:lvl9pPr marL="3886200" indent="-228600" eaLnBrk="0" fontAlgn="base" hangingPunct="0">
              <a:spcBef>
                <a:spcPct val="20000"/>
              </a:spcBef>
              <a:spcAft>
                <a:spcPct val="0"/>
              </a:spcAft>
              <a:buClr>
                <a:schemeClr val="tx2"/>
              </a:buClr>
              <a:buChar char="•"/>
              <a:defRPr sz="2000">
                <a:solidFill>
                  <a:schemeClr val="tx1"/>
                </a:solidFill>
                <a:latin typeface="Times New Roman" pitchFamily="18" charset="0"/>
              </a:defRPr>
            </a:lvl9pPr>
          </a:lstStyle>
          <a:p>
            <a:pPr algn="ctr">
              <a:spcBef>
                <a:spcPct val="0"/>
              </a:spcBef>
              <a:buClrTx/>
              <a:buSzTx/>
              <a:buFontTx/>
              <a:buNone/>
            </a:pPr>
            <a:r>
              <a:rPr lang="en-US" altLang="en-US" sz="2000" dirty="0" err="1"/>
              <a:t>ControlCircleWithoutEventHandling</a:t>
            </a:r>
            <a:endParaRPr lang="en-US" altLang="en-US" sz="2000" dirty="0"/>
          </a:p>
        </p:txBody>
      </p:sp>
      <p:sp>
        <p:nvSpPr>
          <p:cNvPr id="10" name="AutoShape 10">
            <a:hlinkClick r:id="rId4" action="ppaction://program" highlightClick="1"/>
          </p:cNvPr>
          <p:cNvSpPr>
            <a:spLocks noChangeArrowheads="1"/>
          </p:cNvSpPr>
          <p:nvPr/>
        </p:nvSpPr>
        <p:spPr bwMode="auto">
          <a:xfrm>
            <a:off x="5784850" y="5791200"/>
            <a:ext cx="698500" cy="381000"/>
          </a:xfrm>
          <a:prstGeom prst="actionButtonBlank">
            <a:avLst/>
          </a:prstGeom>
          <a:solidFill>
            <a:srgbClr val="38A1BA"/>
          </a:solidFill>
          <a:ln>
            <a:noFill/>
          </a:ln>
          <a:effectLst>
            <a:prstShdw prst="shdw17" dist="17961" dir="2700000">
              <a:srgbClr val="226170"/>
            </a:prstShdw>
          </a:effectLst>
          <a:extLst>
            <a:ext uri="{91240B29-F687-4F45-9708-019B960494DF}">
              <a14:hiddenLine xmlns:a14="http://schemas.microsoft.com/office/drawing/2010/main" w="19050">
                <a:solidFill>
                  <a:schemeClr val="tx1"/>
                </a:solidFill>
                <a:miter lim="800000"/>
                <a:headEnd type="none" w="sm" len="sm"/>
                <a:tailEnd type="none" w="sm" len="sm"/>
              </a14:hiddenLine>
            </a:ext>
          </a:extLst>
        </p:spPr>
        <p:txBody>
          <a:bodyPr wrap="none" anchor="ctr"/>
          <a:lstStyle>
            <a:lvl1pPr>
              <a:spcBef>
                <a:spcPct val="20000"/>
              </a:spcBef>
              <a:buClr>
                <a:schemeClr val="tx2"/>
              </a:buClr>
              <a:buSzPct val="75000"/>
              <a:buFont typeface="Monotype Sorts"/>
              <a:buChar char="F"/>
              <a:defRPr sz="3200">
                <a:solidFill>
                  <a:schemeClr val="tx1"/>
                </a:solidFill>
                <a:latin typeface="Times New Roman" pitchFamily="18" charset="0"/>
              </a:defRPr>
            </a:lvl1pPr>
            <a:lvl2pPr marL="742950" indent="-285750">
              <a:spcBef>
                <a:spcPct val="20000"/>
              </a:spcBef>
              <a:buClr>
                <a:schemeClr val="tx1"/>
              </a:buClr>
              <a:buChar char="–"/>
              <a:defRPr sz="2800">
                <a:solidFill>
                  <a:schemeClr val="tx1"/>
                </a:solidFill>
                <a:latin typeface="Times New Roman" pitchFamily="18" charset="0"/>
              </a:defRPr>
            </a:lvl2pPr>
            <a:lvl3pPr marL="1143000" indent="-228600">
              <a:spcBef>
                <a:spcPct val="20000"/>
              </a:spcBef>
              <a:buClr>
                <a:schemeClr val="accent2"/>
              </a:buClr>
              <a:buSzPct val="65000"/>
              <a:buFont typeface="Monotype Sorts"/>
              <a:buChar char="u"/>
              <a:defRPr sz="2400">
                <a:solidFill>
                  <a:schemeClr val="tx1"/>
                </a:solidFill>
                <a:latin typeface="Times New Roman" pitchFamily="18" charset="0"/>
              </a:defRPr>
            </a:lvl3pPr>
            <a:lvl4pPr marL="1600200" indent="-228600">
              <a:spcBef>
                <a:spcPct val="20000"/>
              </a:spcBef>
              <a:buClr>
                <a:schemeClr val="tx1"/>
              </a:buClr>
              <a:buChar char="–"/>
              <a:defRPr sz="2000">
                <a:solidFill>
                  <a:schemeClr val="tx1"/>
                </a:solidFill>
                <a:latin typeface="Times New Roman" pitchFamily="18" charset="0"/>
              </a:defRPr>
            </a:lvl4pPr>
            <a:lvl5pPr marL="2057400" indent="-228600">
              <a:spcBef>
                <a:spcPct val="20000"/>
              </a:spcBef>
              <a:buClr>
                <a:schemeClr val="tx2"/>
              </a:buClr>
              <a:buChar char="•"/>
              <a:defRPr sz="2000">
                <a:solidFill>
                  <a:schemeClr val="tx1"/>
                </a:solidFill>
                <a:latin typeface="Times New Roman" pitchFamily="18" charset="0"/>
              </a:defRPr>
            </a:lvl5pPr>
            <a:lvl6pPr marL="2514600" indent="-228600" eaLnBrk="0" fontAlgn="base" hangingPunct="0">
              <a:spcBef>
                <a:spcPct val="20000"/>
              </a:spcBef>
              <a:spcAft>
                <a:spcPct val="0"/>
              </a:spcAft>
              <a:buClr>
                <a:schemeClr val="tx2"/>
              </a:buClr>
              <a:buChar char="•"/>
              <a:defRPr sz="2000">
                <a:solidFill>
                  <a:schemeClr val="tx1"/>
                </a:solidFill>
                <a:latin typeface="Times New Roman" pitchFamily="18" charset="0"/>
              </a:defRPr>
            </a:lvl6pPr>
            <a:lvl7pPr marL="2971800" indent="-228600" eaLnBrk="0" fontAlgn="base" hangingPunct="0">
              <a:spcBef>
                <a:spcPct val="20000"/>
              </a:spcBef>
              <a:spcAft>
                <a:spcPct val="0"/>
              </a:spcAft>
              <a:buClr>
                <a:schemeClr val="tx2"/>
              </a:buClr>
              <a:buChar char="•"/>
              <a:defRPr sz="2000">
                <a:solidFill>
                  <a:schemeClr val="tx1"/>
                </a:solidFill>
                <a:latin typeface="Times New Roman" pitchFamily="18" charset="0"/>
              </a:defRPr>
            </a:lvl7pPr>
            <a:lvl8pPr marL="3429000" indent="-228600" eaLnBrk="0" fontAlgn="base" hangingPunct="0">
              <a:spcBef>
                <a:spcPct val="20000"/>
              </a:spcBef>
              <a:spcAft>
                <a:spcPct val="0"/>
              </a:spcAft>
              <a:buClr>
                <a:schemeClr val="tx2"/>
              </a:buClr>
              <a:buChar char="•"/>
              <a:defRPr sz="2000">
                <a:solidFill>
                  <a:schemeClr val="tx1"/>
                </a:solidFill>
                <a:latin typeface="Times New Roman" pitchFamily="18" charset="0"/>
              </a:defRPr>
            </a:lvl8pPr>
            <a:lvl9pPr marL="3886200" indent="-228600" eaLnBrk="0" fontAlgn="base" hangingPunct="0">
              <a:spcBef>
                <a:spcPct val="20000"/>
              </a:spcBef>
              <a:spcAft>
                <a:spcPct val="0"/>
              </a:spcAft>
              <a:buClr>
                <a:schemeClr val="tx2"/>
              </a:buClr>
              <a:buChar char="•"/>
              <a:defRPr sz="2000">
                <a:solidFill>
                  <a:schemeClr val="tx1"/>
                </a:solidFill>
                <a:latin typeface="Times New Roman" pitchFamily="18" charset="0"/>
              </a:defRPr>
            </a:lvl9pPr>
          </a:lstStyle>
          <a:p>
            <a:pPr algn="ctr">
              <a:spcBef>
                <a:spcPct val="0"/>
              </a:spcBef>
              <a:buClrTx/>
              <a:buSzTx/>
              <a:buFontTx/>
              <a:buNone/>
            </a:pPr>
            <a:r>
              <a:rPr lang="en-US" altLang="en-US" sz="1800" dirty="0">
                <a:latin typeface="Book Antiqua" pitchFamily="18" charset="0"/>
              </a:rPr>
              <a:t>Run</a:t>
            </a:r>
            <a:endParaRPr lang="en-US" altLang="en-US" sz="1800" dirty="0"/>
          </a:p>
        </p:txBody>
      </p:sp>
    </p:spTree>
  </p:cSld>
  <p:clrMapOvr>
    <a:masterClrMapping/>
  </p:clrMapOvr>
  <p:transition>
    <p:wipe dir="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755" name="Rectangle 2"/>
          <p:cNvSpPr>
            <a:spLocks noChangeArrowheads="1"/>
          </p:cNvSpPr>
          <p:nvPr/>
        </p:nvSpPr>
        <p:spPr bwMode="auto">
          <a:xfrm>
            <a:off x="0" y="0"/>
            <a:ext cx="4572000" cy="6186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New Roman" pitchFamily="18" charset="0"/>
                <a:ea typeface="MS PGothic" pitchFamily="34" charset="-128"/>
              </a:defRPr>
            </a:lvl1pPr>
            <a:lvl2pPr marL="742950" indent="-285750">
              <a:defRPr sz="2400">
                <a:solidFill>
                  <a:schemeClr val="tx1"/>
                </a:solidFill>
                <a:latin typeface="Times New Roman" pitchFamily="18" charset="0"/>
                <a:ea typeface="MS PGothic" pitchFamily="34" charset="-128"/>
              </a:defRPr>
            </a:lvl2pPr>
            <a:lvl3pPr marL="1143000" indent="-228600">
              <a:defRPr sz="2400">
                <a:solidFill>
                  <a:schemeClr val="tx1"/>
                </a:solidFill>
                <a:latin typeface="Times New Roman" pitchFamily="18" charset="0"/>
                <a:ea typeface="MS PGothic" pitchFamily="34" charset="-128"/>
              </a:defRPr>
            </a:lvl3pPr>
            <a:lvl4pPr marL="1600200" indent="-228600">
              <a:defRPr sz="2400">
                <a:solidFill>
                  <a:schemeClr val="tx1"/>
                </a:solidFill>
                <a:latin typeface="Times New Roman" pitchFamily="18" charset="0"/>
                <a:ea typeface="MS PGothic" pitchFamily="34" charset="-128"/>
              </a:defRPr>
            </a:lvl4pPr>
            <a:lvl5pPr marL="2057400" indent="-228600">
              <a:defRPr sz="2400">
                <a:solidFill>
                  <a:schemeClr val="tx1"/>
                </a:solidFill>
                <a:latin typeface="Times New Roman" pitchFamily="18" charset="0"/>
                <a:ea typeface="MS PGothic" pitchFamily="34" charset="-128"/>
              </a:defRPr>
            </a:lvl5pPr>
            <a:lvl6pPr marL="2514600" indent="-228600" eaLnBrk="0" fontAlgn="base" hangingPunct="0">
              <a:spcBef>
                <a:spcPct val="0"/>
              </a:spcBef>
              <a:spcAft>
                <a:spcPct val="0"/>
              </a:spcAft>
              <a:defRPr sz="2400">
                <a:solidFill>
                  <a:schemeClr val="tx1"/>
                </a:solidFill>
                <a:latin typeface="Times New Roman" pitchFamily="18" charset="0"/>
                <a:ea typeface="MS PGothic" pitchFamily="34" charset="-128"/>
              </a:defRPr>
            </a:lvl6pPr>
            <a:lvl7pPr marL="2971800" indent="-228600" eaLnBrk="0" fontAlgn="base" hangingPunct="0">
              <a:spcBef>
                <a:spcPct val="0"/>
              </a:spcBef>
              <a:spcAft>
                <a:spcPct val="0"/>
              </a:spcAft>
              <a:defRPr sz="2400">
                <a:solidFill>
                  <a:schemeClr val="tx1"/>
                </a:solidFill>
                <a:latin typeface="Times New Roman" pitchFamily="18" charset="0"/>
                <a:ea typeface="MS PGothic" pitchFamily="34" charset="-128"/>
              </a:defRPr>
            </a:lvl7pPr>
            <a:lvl8pPr marL="3429000" indent="-228600" eaLnBrk="0" fontAlgn="base" hangingPunct="0">
              <a:spcBef>
                <a:spcPct val="0"/>
              </a:spcBef>
              <a:spcAft>
                <a:spcPct val="0"/>
              </a:spcAft>
              <a:defRPr sz="2400">
                <a:solidFill>
                  <a:schemeClr val="tx1"/>
                </a:solidFill>
                <a:latin typeface="Times New Roman" pitchFamily="18" charset="0"/>
                <a:ea typeface="MS PGothic" pitchFamily="34" charset="-128"/>
              </a:defRPr>
            </a:lvl8pPr>
            <a:lvl9pPr marL="3886200" indent="-228600" eaLnBrk="0" fontAlgn="base" hangingPunct="0">
              <a:spcBef>
                <a:spcPct val="0"/>
              </a:spcBef>
              <a:spcAft>
                <a:spcPct val="0"/>
              </a:spcAft>
              <a:defRPr sz="2400">
                <a:solidFill>
                  <a:schemeClr val="tx1"/>
                </a:solidFill>
                <a:latin typeface="Times New Roman" pitchFamily="18" charset="0"/>
                <a:ea typeface="MS PGothic" pitchFamily="34" charset="-128"/>
              </a:defRPr>
            </a:lvl9pPr>
          </a:lstStyle>
          <a:p>
            <a:r>
              <a:rPr lang="en-US" altLang="en-US" sz="1200"/>
              <a:t>import javafx.application.Application;</a:t>
            </a:r>
          </a:p>
          <a:p>
            <a:r>
              <a:rPr lang="en-US" altLang="en-US" sz="1200"/>
              <a:t>import javafx.geometry.Pos;</a:t>
            </a:r>
          </a:p>
          <a:p>
            <a:r>
              <a:rPr lang="en-US" altLang="en-US" sz="1200"/>
              <a:t>import javafx.scene.Scene;</a:t>
            </a:r>
          </a:p>
          <a:p>
            <a:r>
              <a:rPr lang="en-US" altLang="en-US" sz="1200"/>
              <a:t>import javafx.scene.control.Button;</a:t>
            </a:r>
          </a:p>
          <a:p>
            <a:r>
              <a:rPr lang="en-US" altLang="en-US" sz="1200"/>
              <a:t>import javafx.scene.layout.StackPane;</a:t>
            </a:r>
          </a:p>
          <a:p>
            <a:r>
              <a:rPr lang="en-US" altLang="en-US" sz="1200"/>
              <a:t>import javafx.scene.layout.HBox;</a:t>
            </a:r>
          </a:p>
          <a:p>
            <a:r>
              <a:rPr lang="en-US" altLang="en-US" sz="1200"/>
              <a:t>import javafx.scene.layout.BorderPane;</a:t>
            </a:r>
          </a:p>
          <a:p>
            <a:r>
              <a:rPr lang="en-US" altLang="en-US" sz="1200"/>
              <a:t>import javafx.scene.paint.Color;</a:t>
            </a:r>
          </a:p>
          <a:p>
            <a:r>
              <a:rPr lang="en-US" altLang="en-US" sz="1200"/>
              <a:t>import javafx.scene.shape.Circle;</a:t>
            </a:r>
          </a:p>
          <a:p>
            <a:r>
              <a:rPr lang="en-US" altLang="en-US" sz="1200"/>
              <a:t>import javafx.stage.Stage;</a:t>
            </a:r>
          </a:p>
          <a:p>
            <a:endParaRPr lang="en-US" altLang="en-US" sz="1200"/>
          </a:p>
          <a:p>
            <a:r>
              <a:rPr lang="en-US" altLang="en-US" sz="1200"/>
              <a:t>public class ControlCircleWithoutEventHandling extends Application {</a:t>
            </a:r>
          </a:p>
          <a:p>
            <a:r>
              <a:rPr lang="en-US" altLang="en-US" sz="1200"/>
              <a:t>  @Override // Override the start method in the Application class</a:t>
            </a:r>
          </a:p>
          <a:p>
            <a:r>
              <a:rPr lang="en-US" altLang="en-US" sz="1200"/>
              <a:t>  public void start(Stage primaryStage) {</a:t>
            </a:r>
          </a:p>
          <a:p>
            <a:r>
              <a:rPr lang="en-US" altLang="en-US" sz="1200"/>
              <a:t>    StackPane pane = new StackPane();</a:t>
            </a:r>
          </a:p>
          <a:p>
            <a:r>
              <a:rPr lang="en-US" altLang="en-US" sz="1200"/>
              <a:t>    Circle circle = new Circle(50);</a:t>
            </a:r>
          </a:p>
          <a:p>
            <a:r>
              <a:rPr lang="en-US" altLang="en-US" sz="1200"/>
              <a:t>    circle.setStroke(Color.BLACK);</a:t>
            </a:r>
          </a:p>
          <a:p>
            <a:r>
              <a:rPr lang="en-US" altLang="en-US" sz="1200"/>
              <a:t>    circle.setFill(Color.WHITE);</a:t>
            </a:r>
          </a:p>
          <a:p>
            <a:r>
              <a:rPr lang="en-US" altLang="en-US" sz="1200"/>
              <a:t>    pane.getChildren().add(circle);</a:t>
            </a:r>
          </a:p>
          <a:p>
            <a:r>
              <a:rPr lang="en-US" altLang="en-US" sz="1200"/>
              <a:t>    </a:t>
            </a:r>
          </a:p>
          <a:p>
            <a:r>
              <a:rPr lang="en-US" altLang="en-US" sz="1200"/>
              <a:t>    HBox hBox = new HBox();</a:t>
            </a:r>
          </a:p>
          <a:p>
            <a:r>
              <a:rPr lang="en-US" altLang="en-US" sz="1200"/>
              <a:t>    hBox.setSpacing(10);</a:t>
            </a:r>
          </a:p>
          <a:p>
            <a:r>
              <a:rPr lang="en-US" altLang="en-US" sz="1200"/>
              <a:t>    hBox.setAlignment(Pos.CENTER);</a:t>
            </a:r>
          </a:p>
          <a:p>
            <a:r>
              <a:rPr lang="en-US" altLang="en-US" sz="1200"/>
              <a:t>    Button btEnlarge = new Button("Enlarge");</a:t>
            </a:r>
          </a:p>
          <a:p>
            <a:r>
              <a:rPr lang="en-US" altLang="en-US" sz="1200"/>
              <a:t>    Button btShrink = new Button("Shrink");</a:t>
            </a:r>
          </a:p>
          <a:p>
            <a:r>
              <a:rPr lang="en-US" altLang="en-US" sz="1200"/>
              <a:t>    hBox.getChildren().add(btEnlarge);</a:t>
            </a:r>
          </a:p>
          <a:p>
            <a:r>
              <a:rPr lang="en-US" altLang="en-US" sz="1200"/>
              <a:t>    hBox.getChildren().add(btShrink);</a:t>
            </a:r>
          </a:p>
          <a:p>
            <a:endParaRPr lang="en-US" altLang="en-US" sz="1200"/>
          </a:p>
          <a:p>
            <a:r>
              <a:rPr lang="en-US" altLang="en-US" sz="1200"/>
              <a:t>    BorderPane borderPane = new BorderPane();</a:t>
            </a:r>
          </a:p>
          <a:p>
            <a:r>
              <a:rPr lang="en-US" altLang="en-US" sz="1200"/>
              <a:t>    borderPane.setCenter(pane);</a:t>
            </a:r>
          </a:p>
          <a:p>
            <a:r>
              <a:rPr lang="en-US" altLang="en-US" sz="1200"/>
              <a:t>    borderPane.setBottom(hBox);</a:t>
            </a:r>
          </a:p>
          <a:p>
            <a:r>
              <a:rPr lang="en-US" altLang="en-US" sz="1200"/>
              <a:t>    BorderPane.setAlignment(hBox, Pos.CENTER);</a:t>
            </a:r>
          </a:p>
          <a:p>
            <a:r>
              <a:rPr lang="en-US" altLang="en-US" sz="1200"/>
              <a:t>    </a:t>
            </a:r>
          </a:p>
        </p:txBody>
      </p:sp>
      <p:sp>
        <p:nvSpPr>
          <p:cNvPr id="4" name="Rectangle 3"/>
          <p:cNvSpPr/>
          <p:nvPr/>
        </p:nvSpPr>
        <p:spPr>
          <a:xfrm>
            <a:off x="4572000" y="0"/>
            <a:ext cx="4572000" cy="2862263"/>
          </a:xfrm>
          <a:prstGeom prst="rect">
            <a:avLst/>
          </a:prstGeom>
          <a:ln>
            <a:solidFill>
              <a:schemeClr val="bg1">
                <a:lumMod val="75000"/>
              </a:schemeClr>
            </a:solidFill>
          </a:ln>
        </p:spPr>
        <p:txBody>
          <a:bodyPr>
            <a:spAutoFit/>
          </a:bodyPr>
          <a:lstStyle/>
          <a:p>
            <a:pPr>
              <a:defRPr/>
            </a:pPr>
            <a:r>
              <a:rPr lang="en-US" sz="1200" dirty="0">
                <a:latin typeface="Times New Roman" charset="0"/>
                <a:ea typeface="ＭＳ Ｐゴシック" charset="0"/>
                <a:cs typeface="ＭＳ Ｐゴシック" charset="0"/>
              </a:rPr>
              <a:t> // Create a scene and place it in the stage</a:t>
            </a:r>
          </a:p>
          <a:p>
            <a:pPr>
              <a:defRPr/>
            </a:pPr>
            <a:r>
              <a:rPr lang="en-US" sz="1200" dirty="0">
                <a:latin typeface="Times New Roman" charset="0"/>
                <a:ea typeface="ＭＳ Ｐゴシック" charset="0"/>
                <a:cs typeface="ＭＳ Ｐゴシック" charset="0"/>
              </a:rPr>
              <a:t>    Scene scene = new Scene(</a:t>
            </a:r>
            <a:r>
              <a:rPr lang="en-US" sz="1200" dirty="0" err="1">
                <a:latin typeface="Times New Roman" charset="0"/>
                <a:ea typeface="ＭＳ Ｐゴシック" charset="0"/>
                <a:cs typeface="ＭＳ Ｐゴシック" charset="0"/>
              </a:rPr>
              <a:t>borderPane</a:t>
            </a:r>
            <a:r>
              <a:rPr lang="en-US" sz="1200" dirty="0">
                <a:latin typeface="Times New Roman" charset="0"/>
                <a:ea typeface="ＭＳ Ｐゴシック" charset="0"/>
                <a:cs typeface="ＭＳ Ｐゴシック" charset="0"/>
              </a:rPr>
              <a:t>, 200, 150);</a:t>
            </a:r>
          </a:p>
          <a:p>
            <a:pPr>
              <a:defRPr/>
            </a:pPr>
            <a:r>
              <a:rPr lang="en-US" sz="1200" dirty="0">
                <a:latin typeface="Times New Roman" charset="0"/>
                <a:ea typeface="ＭＳ Ｐゴシック" charset="0"/>
                <a:cs typeface="ＭＳ Ｐゴシック" charset="0"/>
              </a:rPr>
              <a:t>    </a:t>
            </a:r>
            <a:r>
              <a:rPr lang="en-US" sz="1200" dirty="0" err="1">
                <a:latin typeface="Times New Roman" charset="0"/>
                <a:ea typeface="ＭＳ Ｐゴシック" charset="0"/>
                <a:cs typeface="ＭＳ Ｐゴシック" charset="0"/>
              </a:rPr>
              <a:t>primaryStage.setTitle</a:t>
            </a:r>
            <a:r>
              <a:rPr lang="en-US" sz="1200" dirty="0">
                <a:latin typeface="Times New Roman" charset="0"/>
                <a:ea typeface="ＭＳ Ｐゴシック" charset="0"/>
                <a:cs typeface="ＭＳ Ｐゴシック" charset="0"/>
              </a:rPr>
              <a:t>("</a:t>
            </a:r>
            <a:r>
              <a:rPr lang="en-US" sz="1200" dirty="0" err="1">
                <a:latin typeface="Times New Roman" charset="0"/>
                <a:ea typeface="ＭＳ Ｐゴシック" charset="0"/>
                <a:cs typeface="ＭＳ Ｐゴシック" charset="0"/>
              </a:rPr>
              <a:t>ControlCircle</a:t>
            </a:r>
            <a:r>
              <a:rPr lang="en-US" sz="1200" dirty="0">
                <a:latin typeface="Times New Roman" charset="0"/>
                <a:ea typeface="ＭＳ Ｐゴシック" charset="0"/>
                <a:cs typeface="ＭＳ Ｐゴシック" charset="0"/>
              </a:rPr>
              <a:t>"); // Set the stage title</a:t>
            </a:r>
          </a:p>
          <a:p>
            <a:pPr>
              <a:defRPr/>
            </a:pPr>
            <a:r>
              <a:rPr lang="en-US" sz="1200" dirty="0">
                <a:latin typeface="Times New Roman" charset="0"/>
                <a:ea typeface="ＭＳ Ｐゴシック" charset="0"/>
                <a:cs typeface="ＭＳ Ｐゴシック" charset="0"/>
              </a:rPr>
              <a:t>    </a:t>
            </a:r>
            <a:r>
              <a:rPr lang="en-US" sz="1200" dirty="0" err="1">
                <a:latin typeface="Times New Roman" charset="0"/>
                <a:ea typeface="ＭＳ Ｐゴシック" charset="0"/>
                <a:cs typeface="ＭＳ Ｐゴシック" charset="0"/>
              </a:rPr>
              <a:t>primaryStage.setScene</a:t>
            </a:r>
            <a:r>
              <a:rPr lang="en-US" sz="1200" dirty="0">
                <a:latin typeface="Times New Roman" charset="0"/>
                <a:ea typeface="ＭＳ Ｐゴシック" charset="0"/>
                <a:cs typeface="ＭＳ Ｐゴシック" charset="0"/>
              </a:rPr>
              <a:t>(scene); // Place the scene in the stage</a:t>
            </a:r>
          </a:p>
          <a:p>
            <a:pPr>
              <a:defRPr/>
            </a:pPr>
            <a:r>
              <a:rPr lang="en-US" sz="1200" dirty="0">
                <a:latin typeface="Times New Roman" charset="0"/>
                <a:ea typeface="ＭＳ Ｐゴシック" charset="0"/>
                <a:cs typeface="ＭＳ Ｐゴシック" charset="0"/>
              </a:rPr>
              <a:t>    </a:t>
            </a:r>
            <a:r>
              <a:rPr lang="en-US" sz="1200" dirty="0" err="1">
                <a:latin typeface="Times New Roman" charset="0"/>
                <a:ea typeface="ＭＳ Ｐゴシック" charset="0"/>
                <a:cs typeface="ＭＳ Ｐゴシック" charset="0"/>
              </a:rPr>
              <a:t>primaryStage.show</a:t>
            </a:r>
            <a:r>
              <a:rPr lang="en-US" sz="1200" dirty="0">
                <a:latin typeface="Times New Roman" charset="0"/>
                <a:ea typeface="ＭＳ Ｐゴシック" charset="0"/>
                <a:cs typeface="ＭＳ Ｐゴシック" charset="0"/>
              </a:rPr>
              <a:t>(); // Display the stage</a:t>
            </a:r>
          </a:p>
          <a:p>
            <a:pPr>
              <a:defRPr/>
            </a:pPr>
            <a:r>
              <a:rPr lang="en-US" sz="1200" dirty="0">
                <a:latin typeface="Times New Roman" charset="0"/>
                <a:ea typeface="ＭＳ Ｐゴシック" charset="0"/>
                <a:cs typeface="ＭＳ Ｐゴシック" charset="0"/>
              </a:rPr>
              <a:t>  }</a:t>
            </a:r>
          </a:p>
          <a:p>
            <a:pPr>
              <a:defRPr/>
            </a:pPr>
            <a:r>
              <a:rPr lang="en-US" sz="1200" dirty="0">
                <a:latin typeface="Times New Roman" charset="0"/>
                <a:ea typeface="ＭＳ Ｐゴシック" charset="0"/>
                <a:cs typeface="ＭＳ Ｐゴシック" charset="0"/>
              </a:rPr>
              <a:t>  </a:t>
            </a:r>
          </a:p>
          <a:p>
            <a:pPr>
              <a:defRPr/>
            </a:pPr>
            <a:r>
              <a:rPr lang="en-US" sz="1200" dirty="0">
                <a:latin typeface="Times New Roman" charset="0"/>
                <a:ea typeface="ＭＳ Ｐゴシック" charset="0"/>
                <a:cs typeface="ＭＳ Ｐゴシック" charset="0"/>
              </a:rPr>
              <a:t>  /**</a:t>
            </a:r>
          </a:p>
          <a:p>
            <a:pPr>
              <a:defRPr/>
            </a:pPr>
            <a:r>
              <a:rPr lang="en-US" sz="1200" dirty="0">
                <a:latin typeface="Times New Roman" charset="0"/>
                <a:ea typeface="ＭＳ Ｐゴシック" charset="0"/>
                <a:cs typeface="ＭＳ Ｐゴシック" charset="0"/>
              </a:rPr>
              <a:t>   * The main method is only needed for the IDE with limited</a:t>
            </a:r>
          </a:p>
          <a:p>
            <a:pPr>
              <a:defRPr/>
            </a:pPr>
            <a:r>
              <a:rPr lang="en-US" sz="1200" dirty="0">
                <a:latin typeface="Times New Roman" charset="0"/>
                <a:ea typeface="ＭＳ Ｐゴシック" charset="0"/>
                <a:cs typeface="ＭＳ Ｐゴシック" charset="0"/>
              </a:rPr>
              <a:t>   * </a:t>
            </a:r>
            <a:r>
              <a:rPr lang="en-US" sz="1200" dirty="0" err="1">
                <a:latin typeface="Times New Roman" charset="0"/>
                <a:ea typeface="ＭＳ Ｐゴシック" charset="0"/>
                <a:cs typeface="ＭＳ Ｐゴシック" charset="0"/>
              </a:rPr>
              <a:t>JavaFX</a:t>
            </a:r>
            <a:r>
              <a:rPr lang="en-US" sz="1200" dirty="0">
                <a:latin typeface="Times New Roman" charset="0"/>
                <a:ea typeface="ＭＳ Ｐゴシック" charset="0"/>
                <a:cs typeface="ＭＳ Ｐゴシック" charset="0"/>
              </a:rPr>
              <a:t> support. Not needed for running from the command line.</a:t>
            </a:r>
          </a:p>
          <a:p>
            <a:pPr>
              <a:defRPr/>
            </a:pPr>
            <a:r>
              <a:rPr lang="en-US" sz="1200" dirty="0">
                <a:latin typeface="Times New Roman" charset="0"/>
                <a:ea typeface="ＭＳ Ｐゴシック" charset="0"/>
                <a:cs typeface="ＭＳ Ｐゴシック" charset="0"/>
              </a:rPr>
              <a:t>   */</a:t>
            </a:r>
          </a:p>
          <a:p>
            <a:pPr>
              <a:defRPr/>
            </a:pPr>
            <a:r>
              <a:rPr lang="en-US" sz="1200" dirty="0">
                <a:latin typeface="Times New Roman" charset="0"/>
                <a:ea typeface="ＭＳ Ｐゴシック" charset="0"/>
                <a:cs typeface="ＭＳ Ｐゴシック" charset="0"/>
              </a:rPr>
              <a:t>  public static void main(String[] </a:t>
            </a:r>
            <a:r>
              <a:rPr lang="en-US" sz="1200" dirty="0" err="1">
                <a:latin typeface="Times New Roman" charset="0"/>
                <a:ea typeface="ＭＳ Ｐゴシック" charset="0"/>
                <a:cs typeface="ＭＳ Ｐゴシック" charset="0"/>
              </a:rPr>
              <a:t>args</a:t>
            </a:r>
            <a:r>
              <a:rPr lang="en-US" sz="1200" dirty="0">
                <a:latin typeface="Times New Roman" charset="0"/>
                <a:ea typeface="ＭＳ Ｐゴシック" charset="0"/>
                <a:cs typeface="ＭＳ Ｐゴシック" charset="0"/>
              </a:rPr>
              <a:t>) {</a:t>
            </a:r>
          </a:p>
          <a:p>
            <a:pPr>
              <a:defRPr/>
            </a:pPr>
            <a:r>
              <a:rPr lang="en-US" sz="1200" dirty="0">
                <a:latin typeface="Times New Roman" charset="0"/>
                <a:ea typeface="ＭＳ Ｐゴシック" charset="0"/>
                <a:cs typeface="ＭＳ Ｐゴシック" charset="0"/>
              </a:rPr>
              <a:t>    launch(</a:t>
            </a:r>
            <a:r>
              <a:rPr lang="en-US" sz="1200" dirty="0" err="1">
                <a:latin typeface="Times New Roman" charset="0"/>
                <a:ea typeface="ＭＳ Ｐゴシック" charset="0"/>
                <a:cs typeface="ＭＳ Ｐゴシック" charset="0"/>
              </a:rPr>
              <a:t>args</a:t>
            </a:r>
            <a:r>
              <a:rPr lang="en-US" sz="1200" dirty="0">
                <a:latin typeface="Times New Roman" charset="0"/>
                <a:ea typeface="ＭＳ Ｐゴシック" charset="0"/>
                <a:cs typeface="ＭＳ Ｐゴシック" charset="0"/>
              </a:rPr>
              <a:t>);</a:t>
            </a:r>
          </a:p>
          <a:p>
            <a:pPr>
              <a:defRPr/>
            </a:pPr>
            <a:r>
              <a:rPr lang="en-US" sz="1200" dirty="0">
                <a:latin typeface="Times New Roman" charset="0"/>
                <a:ea typeface="ＭＳ Ｐゴシック" charset="0"/>
                <a:cs typeface="ＭＳ Ｐゴシック" charset="0"/>
              </a:rPr>
              <a:t>  }</a:t>
            </a:r>
          </a:p>
          <a:p>
            <a:pPr>
              <a:defRPr/>
            </a:pPr>
            <a:r>
              <a:rPr lang="en-US" sz="1200" dirty="0">
                <a:latin typeface="Times New Roman" charset="0"/>
                <a:ea typeface="ＭＳ Ｐゴシック" charset="0"/>
                <a:cs typeface="ＭＳ Ｐゴシック" charset="0"/>
              </a:rPr>
              <a:t>}</a:t>
            </a:r>
          </a:p>
        </p:txBody>
      </p:sp>
    </p:spTree>
  </p:cSld>
  <p:clrMapOvr>
    <a:masterClrMapping/>
  </p:clrMapOvr>
  <p:transition>
    <p:random/>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2"/>
          <p:cNvSpPr>
            <a:spLocks noGrp="1" noChangeArrowheads="1"/>
          </p:cNvSpPr>
          <p:nvPr>
            <p:ph type="title"/>
          </p:nvPr>
        </p:nvSpPr>
        <p:spPr>
          <a:xfrm>
            <a:off x="0" y="152400"/>
            <a:ext cx="8991600" cy="1371600"/>
          </a:xfrm>
        </p:spPr>
        <p:txBody>
          <a:bodyPr/>
          <a:lstStyle/>
          <a:p>
            <a:pPr algn="ctr">
              <a:defRPr/>
            </a:pPr>
            <a:r>
              <a:rPr lang="en-US" sz="4000" b="1" dirty="0">
                <a:solidFill>
                  <a:schemeClr val="tx1"/>
                </a:solidFill>
                <a:latin typeface="Times New Roman" panose="02020603050405020304" pitchFamily="18" charset="0"/>
                <a:ea typeface="ＭＳ Ｐゴシック" charset="0"/>
                <a:cs typeface="Times New Roman" panose="02020603050405020304" pitchFamily="18" charset="0"/>
              </a:rPr>
              <a:t>Example: Second Version for </a:t>
            </a:r>
            <a:r>
              <a:rPr lang="en-US" sz="4000" b="1" dirty="0" err="1">
                <a:solidFill>
                  <a:schemeClr val="tx1"/>
                </a:solidFill>
                <a:latin typeface="Times New Roman" panose="02020603050405020304" pitchFamily="18" charset="0"/>
                <a:ea typeface="ＭＳ Ｐゴシック" charset="0"/>
                <a:cs typeface="Times New Roman" panose="02020603050405020304" pitchFamily="18" charset="0"/>
              </a:rPr>
              <a:t>ControlCircle</a:t>
            </a:r>
            <a:r>
              <a:rPr lang="en-US" sz="4000" b="1" dirty="0">
                <a:solidFill>
                  <a:schemeClr val="tx1"/>
                </a:solidFill>
                <a:latin typeface="Times New Roman" panose="02020603050405020304" pitchFamily="18" charset="0"/>
                <a:ea typeface="ＭＳ Ｐゴシック" charset="0"/>
                <a:cs typeface="Times New Roman" panose="02020603050405020304" pitchFamily="18" charset="0"/>
              </a:rPr>
              <a:t> (with listener for Enlarge)</a:t>
            </a:r>
          </a:p>
        </p:txBody>
      </p:sp>
      <p:sp>
        <p:nvSpPr>
          <p:cNvPr id="19460" name="Rectangle 3"/>
          <p:cNvSpPr>
            <a:spLocks noGrp="1" noChangeArrowheads="1"/>
          </p:cNvSpPr>
          <p:nvPr>
            <p:ph idx="1"/>
          </p:nvPr>
        </p:nvSpPr>
        <p:spPr>
          <a:xfrm>
            <a:off x="609600" y="1752600"/>
            <a:ext cx="8077200" cy="1219200"/>
          </a:xfrm>
        </p:spPr>
        <p:txBody>
          <a:bodyPr/>
          <a:lstStyle/>
          <a:p>
            <a:pPr marL="0" indent="0">
              <a:spcBef>
                <a:spcPct val="50000"/>
              </a:spcBef>
              <a:buFont typeface="Monotype Sorts" charset="0"/>
              <a:buNone/>
              <a:defRPr/>
            </a:pPr>
            <a:r>
              <a:rPr lang="en-US" sz="3200" dirty="0">
                <a:latin typeface="Times New Roman" panose="02020603050405020304" pitchFamily="18" charset="0"/>
                <a:ea typeface="ＭＳ Ｐゴシック" charset="0"/>
                <a:cs typeface="Times New Roman" panose="02020603050405020304" pitchFamily="18" charset="0"/>
              </a:rPr>
              <a:t>Now let us consider to write a program that uses two buttons to control the size of a circle. </a:t>
            </a:r>
          </a:p>
        </p:txBody>
      </p:sp>
      <p:pic>
        <p:nvPicPr>
          <p:cNvPr id="19463" name="Picture 8"/>
          <p:cNvPicPr>
            <a:picLocks noChangeAspect="1" noChangeArrowheads="1"/>
          </p:cNvPicPr>
          <p:nvPr/>
        </p:nvPicPr>
        <p:blipFill>
          <a:blip r:embed="rId2" cstate="print"/>
          <a:srcRect/>
          <a:stretch>
            <a:fillRect/>
          </a:stretch>
        </p:blipFill>
        <p:spPr bwMode="auto">
          <a:xfrm>
            <a:off x="1219200" y="3200400"/>
            <a:ext cx="2076450" cy="1704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pic>
      <p:pic>
        <p:nvPicPr>
          <p:cNvPr id="19464" name="Picture 9"/>
          <p:cNvPicPr>
            <a:picLocks noChangeAspect="1" noChangeArrowheads="1"/>
          </p:cNvPicPr>
          <p:nvPr/>
        </p:nvPicPr>
        <p:blipFill>
          <a:blip r:embed="rId3" cstate="print"/>
          <a:srcRect/>
          <a:stretch>
            <a:fillRect/>
          </a:stretch>
        </p:blipFill>
        <p:spPr bwMode="auto">
          <a:xfrm>
            <a:off x="3505200" y="3200400"/>
            <a:ext cx="2076450" cy="1704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pic>
      <p:sp>
        <p:nvSpPr>
          <p:cNvPr id="10" name="Rectangle 9">
            <a:hlinkClick r:id="rId4"/>
          </p:cNvPr>
          <p:cNvSpPr>
            <a:spLocks noChangeArrowheads="1"/>
          </p:cNvSpPr>
          <p:nvPr/>
        </p:nvSpPr>
        <p:spPr bwMode="auto">
          <a:xfrm>
            <a:off x="4356100" y="5638800"/>
            <a:ext cx="2324100" cy="381000"/>
          </a:xfrm>
          <a:prstGeom prst="rect">
            <a:avLst/>
          </a:prstGeom>
          <a:solidFill>
            <a:srgbClr val="92D050"/>
          </a:solidFill>
          <a:ln>
            <a:noFill/>
          </a:ln>
          <a:extLst>
            <a:ext uri="{91240B29-F687-4F45-9708-019B960494DF}">
              <a14:hiddenLine xmlns:a14="http://schemas.microsoft.com/office/drawing/2010/main" w="12700" algn="ctr">
                <a:solidFill>
                  <a:srgbClr val="000000"/>
                </a:solidFill>
                <a:round/>
                <a:headEnd type="none" w="sm" len="sm"/>
                <a:tailEnd type="none" w="sm" len="sm"/>
              </a14:hiddenLine>
            </a:ext>
          </a:extLst>
        </p:spPr>
        <p:txBody>
          <a:bodyPr/>
          <a:lstStyle>
            <a:lvl1pPr>
              <a:spcBef>
                <a:spcPct val="20000"/>
              </a:spcBef>
              <a:buClr>
                <a:schemeClr val="tx2"/>
              </a:buClr>
              <a:buSzPct val="75000"/>
              <a:buFont typeface="Monotype Sorts"/>
              <a:buChar char="F"/>
              <a:defRPr sz="3200">
                <a:solidFill>
                  <a:schemeClr val="tx1"/>
                </a:solidFill>
                <a:latin typeface="Times New Roman" pitchFamily="18" charset="0"/>
              </a:defRPr>
            </a:lvl1pPr>
            <a:lvl2pPr marL="742950" indent="-285750">
              <a:spcBef>
                <a:spcPct val="20000"/>
              </a:spcBef>
              <a:buClr>
                <a:schemeClr val="tx1"/>
              </a:buClr>
              <a:buChar char="–"/>
              <a:defRPr sz="2800">
                <a:solidFill>
                  <a:schemeClr val="tx1"/>
                </a:solidFill>
                <a:latin typeface="Times New Roman" pitchFamily="18" charset="0"/>
              </a:defRPr>
            </a:lvl2pPr>
            <a:lvl3pPr marL="1143000" indent="-228600">
              <a:spcBef>
                <a:spcPct val="20000"/>
              </a:spcBef>
              <a:buClr>
                <a:schemeClr val="accent2"/>
              </a:buClr>
              <a:buSzPct val="65000"/>
              <a:buFont typeface="Monotype Sorts"/>
              <a:buChar char="u"/>
              <a:defRPr sz="2400">
                <a:solidFill>
                  <a:schemeClr val="tx1"/>
                </a:solidFill>
                <a:latin typeface="Times New Roman" pitchFamily="18" charset="0"/>
              </a:defRPr>
            </a:lvl3pPr>
            <a:lvl4pPr marL="1600200" indent="-228600">
              <a:spcBef>
                <a:spcPct val="20000"/>
              </a:spcBef>
              <a:buClr>
                <a:schemeClr val="tx1"/>
              </a:buClr>
              <a:buChar char="–"/>
              <a:defRPr sz="2000">
                <a:solidFill>
                  <a:schemeClr val="tx1"/>
                </a:solidFill>
                <a:latin typeface="Times New Roman" pitchFamily="18" charset="0"/>
              </a:defRPr>
            </a:lvl4pPr>
            <a:lvl5pPr marL="2057400" indent="-228600">
              <a:spcBef>
                <a:spcPct val="20000"/>
              </a:spcBef>
              <a:buClr>
                <a:schemeClr val="tx2"/>
              </a:buClr>
              <a:buChar char="•"/>
              <a:defRPr sz="2000">
                <a:solidFill>
                  <a:schemeClr val="tx1"/>
                </a:solidFill>
                <a:latin typeface="Times New Roman" pitchFamily="18" charset="0"/>
              </a:defRPr>
            </a:lvl5pPr>
            <a:lvl6pPr marL="2514600" indent="-228600" eaLnBrk="0" fontAlgn="base" hangingPunct="0">
              <a:spcBef>
                <a:spcPct val="20000"/>
              </a:spcBef>
              <a:spcAft>
                <a:spcPct val="0"/>
              </a:spcAft>
              <a:buClr>
                <a:schemeClr val="tx2"/>
              </a:buClr>
              <a:buChar char="•"/>
              <a:defRPr sz="2000">
                <a:solidFill>
                  <a:schemeClr val="tx1"/>
                </a:solidFill>
                <a:latin typeface="Times New Roman" pitchFamily="18" charset="0"/>
              </a:defRPr>
            </a:lvl6pPr>
            <a:lvl7pPr marL="2971800" indent="-228600" eaLnBrk="0" fontAlgn="base" hangingPunct="0">
              <a:spcBef>
                <a:spcPct val="20000"/>
              </a:spcBef>
              <a:spcAft>
                <a:spcPct val="0"/>
              </a:spcAft>
              <a:buClr>
                <a:schemeClr val="tx2"/>
              </a:buClr>
              <a:buChar char="•"/>
              <a:defRPr sz="2000">
                <a:solidFill>
                  <a:schemeClr val="tx1"/>
                </a:solidFill>
                <a:latin typeface="Times New Roman" pitchFamily="18" charset="0"/>
              </a:defRPr>
            </a:lvl7pPr>
            <a:lvl8pPr marL="3429000" indent="-228600" eaLnBrk="0" fontAlgn="base" hangingPunct="0">
              <a:spcBef>
                <a:spcPct val="20000"/>
              </a:spcBef>
              <a:spcAft>
                <a:spcPct val="0"/>
              </a:spcAft>
              <a:buClr>
                <a:schemeClr val="tx2"/>
              </a:buClr>
              <a:buChar char="•"/>
              <a:defRPr sz="2000">
                <a:solidFill>
                  <a:schemeClr val="tx1"/>
                </a:solidFill>
                <a:latin typeface="Times New Roman" pitchFamily="18" charset="0"/>
              </a:defRPr>
            </a:lvl8pPr>
            <a:lvl9pPr marL="3886200" indent="-228600" eaLnBrk="0" fontAlgn="base" hangingPunct="0">
              <a:spcBef>
                <a:spcPct val="20000"/>
              </a:spcBef>
              <a:spcAft>
                <a:spcPct val="0"/>
              </a:spcAft>
              <a:buClr>
                <a:schemeClr val="tx2"/>
              </a:buClr>
              <a:buChar char="•"/>
              <a:defRPr sz="2000">
                <a:solidFill>
                  <a:schemeClr val="tx1"/>
                </a:solidFill>
                <a:latin typeface="Times New Roman" pitchFamily="18" charset="0"/>
              </a:defRPr>
            </a:lvl9pPr>
          </a:lstStyle>
          <a:p>
            <a:pPr algn="ctr">
              <a:spcBef>
                <a:spcPct val="0"/>
              </a:spcBef>
              <a:buClrTx/>
              <a:buSzTx/>
              <a:buFontTx/>
              <a:buNone/>
            </a:pPr>
            <a:r>
              <a:rPr lang="en-US" altLang="en-US" sz="2000" dirty="0" err="1"/>
              <a:t>ControlCircle</a:t>
            </a:r>
            <a:endParaRPr lang="en-US" altLang="en-US" sz="2000" dirty="0"/>
          </a:p>
        </p:txBody>
      </p:sp>
      <p:sp>
        <p:nvSpPr>
          <p:cNvPr id="11" name="AutoShape 10">
            <a:hlinkClick r:id="rId5" action="ppaction://program" highlightClick="1"/>
          </p:cNvPr>
          <p:cNvSpPr>
            <a:spLocks noChangeArrowheads="1"/>
          </p:cNvSpPr>
          <p:nvPr/>
        </p:nvSpPr>
        <p:spPr bwMode="auto">
          <a:xfrm>
            <a:off x="6781800" y="5638800"/>
            <a:ext cx="698500" cy="381000"/>
          </a:xfrm>
          <a:prstGeom prst="actionButtonBlank">
            <a:avLst/>
          </a:prstGeom>
          <a:solidFill>
            <a:srgbClr val="38A1BA"/>
          </a:solidFill>
          <a:ln>
            <a:noFill/>
          </a:ln>
          <a:effectLst>
            <a:prstShdw prst="shdw17" dist="17961" dir="2700000">
              <a:srgbClr val="226170"/>
            </a:prstShdw>
          </a:effectLst>
          <a:extLst>
            <a:ext uri="{91240B29-F687-4F45-9708-019B960494DF}">
              <a14:hiddenLine xmlns:a14="http://schemas.microsoft.com/office/drawing/2010/main" w="19050">
                <a:solidFill>
                  <a:schemeClr val="tx1"/>
                </a:solidFill>
                <a:miter lim="800000"/>
                <a:headEnd type="none" w="sm" len="sm"/>
                <a:tailEnd type="none" w="sm" len="sm"/>
              </a14:hiddenLine>
            </a:ext>
          </a:extLst>
        </p:spPr>
        <p:txBody>
          <a:bodyPr wrap="none" anchor="ctr"/>
          <a:lstStyle>
            <a:lvl1pPr>
              <a:spcBef>
                <a:spcPct val="20000"/>
              </a:spcBef>
              <a:buClr>
                <a:schemeClr val="tx2"/>
              </a:buClr>
              <a:buSzPct val="75000"/>
              <a:buFont typeface="Monotype Sorts"/>
              <a:buChar char="F"/>
              <a:defRPr sz="3200">
                <a:solidFill>
                  <a:schemeClr val="tx1"/>
                </a:solidFill>
                <a:latin typeface="Times New Roman" pitchFamily="18" charset="0"/>
              </a:defRPr>
            </a:lvl1pPr>
            <a:lvl2pPr marL="742950" indent="-285750">
              <a:spcBef>
                <a:spcPct val="20000"/>
              </a:spcBef>
              <a:buClr>
                <a:schemeClr val="tx1"/>
              </a:buClr>
              <a:buChar char="–"/>
              <a:defRPr sz="2800">
                <a:solidFill>
                  <a:schemeClr val="tx1"/>
                </a:solidFill>
                <a:latin typeface="Times New Roman" pitchFamily="18" charset="0"/>
              </a:defRPr>
            </a:lvl2pPr>
            <a:lvl3pPr marL="1143000" indent="-228600">
              <a:spcBef>
                <a:spcPct val="20000"/>
              </a:spcBef>
              <a:buClr>
                <a:schemeClr val="accent2"/>
              </a:buClr>
              <a:buSzPct val="65000"/>
              <a:buFont typeface="Monotype Sorts"/>
              <a:buChar char="u"/>
              <a:defRPr sz="2400">
                <a:solidFill>
                  <a:schemeClr val="tx1"/>
                </a:solidFill>
                <a:latin typeface="Times New Roman" pitchFamily="18" charset="0"/>
              </a:defRPr>
            </a:lvl3pPr>
            <a:lvl4pPr marL="1600200" indent="-228600">
              <a:spcBef>
                <a:spcPct val="20000"/>
              </a:spcBef>
              <a:buClr>
                <a:schemeClr val="tx1"/>
              </a:buClr>
              <a:buChar char="–"/>
              <a:defRPr sz="2000">
                <a:solidFill>
                  <a:schemeClr val="tx1"/>
                </a:solidFill>
                <a:latin typeface="Times New Roman" pitchFamily="18" charset="0"/>
              </a:defRPr>
            </a:lvl4pPr>
            <a:lvl5pPr marL="2057400" indent="-228600">
              <a:spcBef>
                <a:spcPct val="20000"/>
              </a:spcBef>
              <a:buClr>
                <a:schemeClr val="tx2"/>
              </a:buClr>
              <a:buChar char="•"/>
              <a:defRPr sz="2000">
                <a:solidFill>
                  <a:schemeClr val="tx1"/>
                </a:solidFill>
                <a:latin typeface="Times New Roman" pitchFamily="18" charset="0"/>
              </a:defRPr>
            </a:lvl5pPr>
            <a:lvl6pPr marL="2514600" indent="-228600" eaLnBrk="0" fontAlgn="base" hangingPunct="0">
              <a:spcBef>
                <a:spcPct val="20000"/>
              </a:spcBef>
              <a:spcAft>
                <a:spcPct val="0"/>
              </a:spcAft>
              <a:buClr>
                <a:schemeClr val="tx2"/>
              </a:buClr>
              <a:buChar char="•"/>
              <a:defRPr sz="2000">
                <a:solidFill>
                  <a:schemeClr val="tx1"/>
                </a:solidFill>
                <a:latin typeface="Times New Roman" pitchFamily="18" charset="0"/>
              </a:defRPr>
            </a:lvl6pPr>
            <a:lvl7pPr marL="2971800" indent="-228600" eaLnBrk="0" fontAlgn="base" hangingPunct="0">
              <a:spcBef>
                <a:spcPct val="20000"/>
              </a:spcBef>
              <a:spcAft>
                <a:spcPct val="0"/>
              </a:spcAft>
              <a:buClr>
                <a:schemeClr val="tx2"/>
              </a:buClr>
              <a:buChar char="•"/>
              <a:defRPr sz="2000">
                <a:solidFill>
                  <a:schemeClr val="tx1"/>
                </a:solidFill>
                <a:latin typeface="Times New Roman" pitchFamily="18" charset="0"/>
              </a:defRPr>
            </a:lvl7pPr>
            <a:lvl8pPr marL="3429000" indent="-228600" eaLnBrk="0" fontAlgn="base" hangingPunct="0">
              <a:spcBef>
                <a:spcPct val="20000"/>
              </a:spcBef>
              <a:spcAft>
                <a:spcPct val="0"/>
              </a:spcAft>
              <a:buClr>
                <a:schemeClr val="tx2"/>
              </a:buClr>
              <a:buChar char="•"/>
              <a:defRPr sz="2000">
                <a:solidFill>
                  <a:schemeClr val="tx1"/>
                </a:solidFill>
                <a:latin typeface="Times New Roman" pitchFamily="18" charset="0"/>
              </a:defRPr>
            </a:lvl8pPr>
            <a:lvl9pPr marL="3886200" indent="-228600" eaLnBrk="0" fontAlgn="base" hangingPunct="0">
              <a:spcBef>
                <a:spcPct val="20000"/>
              </a:spcBef>
              <a:spcAft>
                <a:spcPct val="0"/>
              </a:spcAft>
              <a:buClr>
                <a:schemeClr val="tx2"/>
              </a:buClr>
              <a:buChar char="•"/>
              <a:defRPr sz="2000">
                <a:solidFill>
                  <a:schemeClr val="tx1"/>
                </a:solidFill>
                <a:latin typeface="Times New Roman" pitchFamily="18" charset="0"/>
              </a:defRPr>
            </a:lvl9pPr>
          </a:lstStyle>
          <a:p>
            <a:pPr algn="ctr">
              <a:spcBef>
                <a:spcPct val="0"/>
              </a:spcBef>
              <a:buClrTx/>
              <a:buSzTx/>
              <a:buFontTx/>
              <a:buNone/>
            </a:pPr>
            <a:r>
              <a:rPr lang="en-US" altLang="en-US" sz="1800">
                <a:latin typeface="Book Antiqua" pitchFamily="18" charset="0"/>
              </a:rPr>
              <a:t>Run</a:t>
            </a:r>
            <a:endParaRPr lang="en-US" altLang="en-US" sz="1800"/>
          </a:p>
        </p:txBody>
      </p:sp>
    </p:spTree>
  </p:cSld>
  <p:clrMapOvr>
    <a:masterClrMapping/>
  </p:clrMapOvr>
  <p:transition>
    <p:wipe dir="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802" name="Slide Number Placeholder 1"/>
          <p:cNvSpPr>
            <a:spLocks noGrp="1"/>
          </p:cNvSpPr>
          <p:nvPr>
            <p:ph type="sldNum" sz="quarter" idx="4294967295"/>
          </p:nvPr>
        </p:nvSpPr>
        <p:spPr>
          <a:xfrm>
            <a:off x="8610600" y="6400800"/>
            <a:ext cx="533400" cy="152400"/>
          </a:xfrm>
          <a:prstGeom prst="rect">
            <a:avLst/>
          </a:prstGeom>
          <a:noFill/>
        </p:spPr>
        <p:txBody>
          <a:bodyPr/>
          <a:lstStyle>
            <a:lvl1pPr>
              <a:defRPr sz="2400">
                <a:solidFill>
                  <a:schemeClr val="tx1"/>
                </a:solidFill>
                <a:latin typeface="Times New Roman" pitchFamily="18" charset="0"/>
                <a:ea typeface="MS PGothic" pitchFamily="34" charset="-128"/>
              </a:defRPr>
            </a:lvl1pPr>
            <a:lvl2pPr marL="742950" indent="-285750">
              <a:defRPr sz="2400">
                <a:solidFill>
                  <a:schemeClr val="tx1"/>
                </a:solidFill>
                <a:latin typeface="Times New Roman" pitchFamily="18" charset="0"/>
                <a:ea typeface="MS PGothic" pitchFamily="34" charset="-128"/>
              </a:defRPr>
            </a:lvl2pPr>
            <a:lvl3pPr marL="1143000" indent="-228600">
              <a:defRPr sz="2400">
                <a:solidFill>
                  <a:schemeClr val="tx1"/>
                </a:solidFill>
                <a:latin typeface="Times New Roman" pitchFamily="18" charset="0"/>
                <a:ea typeface="MS PGothic" pitchFamily="34" charset="-128"/>
              </a:defRPr>
            </a:lvl3pPr>
            <a:lvl4pPr marL="1600200" indent="-228600">
              <a:defRPr sz="2400">
                <a:solidFill>
                  <a:schemeClr val="tx1"/>
                </a:solidFill>
                <a:latin typeface="Times New Roman" pitchFamily="18" charset="0"/>
                <a:ea typeface="MS PGothic" pitchFamily="34" charset="-128"/>
              </a:defRPr>
            </a:lvl4pPr>
            <a:lvl5pPr marL="2057400" indent="-228600">
              <a:defRPr sz="2400">
                <a:solidFill>
                  <a:schemeClr val="tx1"/>
                </a:solidFill>
                <a:latin typeface="Times New Roman" pitchFamily="18" charset="0"/>
                <a:ea typeface="MS PGothic" pitchFamily="34" charset="-128"/>
              </a:defRPr>
            </a:lvl5pPr>
            <a:lvl6pPr marL="2514600" indent="-228600" eaLnBrk="0" fontAlgn="base" hangingPunct="0">
              <a:spcBef>
                <a:spcPct val="0"/>
              </a:spcBef>
              <a:spcAft>
                <a:spcPct val="0"/>
              </a:spcAft>
              <a:defRPr sz="2400">
                <a:solidFill>
                  <a:schemeClr val="tx1"/>
                </a:solidFill>
                <a:latin typeface="Times New Roman" pitchFamily="18" charset="0"/>
                <a:ea typeface="MS PGothic" pitchFamily="34" charset="-128"/>
              </a:defRPr>
            </a:lvl6pPr>
            <a:lvl7pPr marL="2971800" indent="-228600" eaLnBrk="0" fontAlgn="base" hangingPunct="0">
              <a:spcBef>
                <a:spcPct val="0"/>
              </a:spcBef>
              <a:spcAft>
                <a:spcPct val="0"/>
              </a:spcAft>
              <a:defRPr sz="2400">
                <a:solidFill>
                  <a:schemeClr val="tx1"/>
                </a:solidFill>
                <a:latin typeface="Times New Roman" pitchFamily="18" charset="0"/>
                <a:ea typeface="MS PGothic" pitchFamily="34" charset="-128"/>
              </a:defRPr>
            </a:lvl7pPr>
            <a:lvl8pPr marL="3429000" indent="-228600" eaLnBrk="0" fontAlgn="base" hangingPunct="0">
              <a:spcBef>
                <a:spcPct val="0"/>
              </a:spcBef>
              <a:spcAft>
                <a:spcPct val="0"/>
              </a:spcAft>
              <a:defRPr sz="2400">
                <a:solidFill>
                  <a:schemeClr val="tx1"/>
                </a:solidFill>
                <a:latin typeface="Times New Roman" pitchFamily="18" charset="0"/>
                <a:ea typeface="MS PGothic" pitchFamily="34" charset="-128"/>
              </a:defRPr>
            </a:lvl8pPr>
            <a:lvl9pPr marL="3886200" indent="-228600" eaLnBrk="0" fontAlgn="base" hangingPunct="0">
              <a:spcBef>
                <a:spcPct val="0"/>
              </a:spcBef>
              <a:spcAft>
                <a:spcPct val="0"/>
              </a:spcAft>
              <a:defRPr sz="2400">
                <a:solidFill>
                  <a:schemeClr val="tx1"/>
                </a:solidFill>
                <a:latin typeface="Times New Roman" pitchFamily="18" charset="0"/>
                <a:ea typeface="MS PGothic" pitchFamily="34" charset="-128"/>
              </a:defRPr>
            </a:lvl9pPr>
          </a:lstStyle>
          <a:p>
            <a:fld id="{1BC35877-4ACD-4DCC-8FF6-191F4117E45A}" type="slidenum">
              <a:rPr lang="en-US" altLang="en-US" sz="1400" smtClean="0"/>
              <a:pPr/>
              <a:t>20</a:t>
            </a:fld>
            <a:endParaRPr lang="en-US" altLang="en-US" sz="1400"/>
          </a:p>
        </p:txBody>
      </p:sp>
      <p:sp>
        <p:nvSpPr>
          <p:cNvPr id="76803" name="Rectangle 2"/>
          <p:cNvSpPr>
            <a:spLocks noChangeArrowheads="1"/>
          </p:cNvSpPr>
          <p:nvPr/>
        </p:nvSpPr>
        <p:spPr bwMode="auto">
          <a:xfrm>
            <a:off x="0" y="0"/>
            <a:ext cx="4572000" cy="6740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New Roman" pitchFamily="18" charset="0"/>
                <a:ea typeface="MS PGothic" pitchFamily="34" charset="-128"/>
              </a:defRPr>
            </a:lvl1pPr>
            <a:lvl2pPr marL="742950" indent="-285750">
              <a:defRPr sz="2400">
                <a:solidFill>
                  <a:schemeClr val="tx1"/>
                </a:solidFill>
                <a:latin typeface="Times New Roman" pitchFamily="18" charset="0"/>
                <a:ea typeface="MS PGothic" pitchFamily="34" charset="-128"/>
              </a:defRPr>
            </a:lvl2pPr>
            <a:lvl3pPr marL="1143000" indent="-228600">
              <a:defRPr sz="2400">
                <a:solidFill>
                  <a:schemeClr val="tx1"/>
                </a:solidFill>
                <a:latin typeface="Times New Roman" pitchFamily="18" charset="0"/>
                <a:ea typeface="MS PGothic" pitchFamily="34" charset="-128"/>
              </a:defRPr>
            </a:lvl3pPr>
            <a:lvl4pPr marL="1600200" indent="-228600">
              <a:defRPr sz="2400">
                <a:solidFill>
                  <a:schemeClr val="tx1"/>
                </a:solidFill>
                <a:latin typeface="Times New Roman" pitchFamily="18" charset="0"/>
                <a:ea typeface="MS PGothic" pitchFamily="34" charset="-128"/>
              </a:defRPr>
            </a:lvl4pPr>
            <a:lvl5pPr marL="2057400" indent="-228600">
              <a:defRPr sz="2400">
                <a:solidFill>
                  <a:schemeClr val="tx1"/>
                </a:solidFill>
                <a:latin typeface="Times New Roman" pitchFamily="18" charset="0"/>
                <a:ea typeface="MS PGothic" pitchFamily="34" charset="-128"/>
              </a:defRPr>
            </a:lvl5pPr>
            <a:lvl6pPr marL="2514600" indent="-228600" eaLnBrk="0" fontAlgn="base" hangingPunct="0">
              <a:spcBef>
                <a:spcPct val="0"/>
              </a:spcBef>
              <a:spcAft>
                <a:spcPct val="0"/>
              </a:spcAft>
              <a:defRPr sz="2400">
                <a:solidFill>
                  <a:schemeClr val="tx1"/>
                </a:solidFill>
                <a:latin typeface="Times New Roman" pitchFamily="18" charset="0"/>
                <a:ea typeface="MS PGothic" pitchFamily="34" charset="-128"/>
              </a:defRPr>
            </a:lvl6pPr>
            <a:lvl7pPr marL="2971800" indent="-228600" eaLnBrk="0" fontAlgn="base" hangingPunct="0">
              <a:spcBef>
                <a:spcPct val="0"/>
              </a:spcBef>
              <a:spcAft>
                <a:spcPct val="0"/>
              </a:spcAft>
              <a:defRPr sz="2400">
                <a:solidFill>
                  <a:schemeClr val="tx1"/>
                </a:solidFill>
                <a:latin typeface="Times New Roman" pitchFamily="18" charset="0"/>
                <a:ea typeface="MS PGothic" pitchFamily="34" charset="-128"/>
              </a:defRPr>
            </a:lvl7pPr>
            <a:lvl8pPr marL="3429000" indent="-228600" eaLnBrk="0" fontAlgn="base" hangingPunct="0">
              <a:spcBef>
                <a:spcPct val="0"/>
              </a:spcBef>
              <a:spcAft>
                <a:spcPct val="0"/>
              </a:spcAft>
              <a:defRPr sz="2400">
                <a:solidFill>
                  <a:schemeClr val="tx1"/>
                </a:solidFill>
                <a:latin typeface="Times New Roman" pitchFamily="18" charset="0"/>
                <a:ea typeface="MS PGothic" pitchFamily="34" charset="-128"/>
              </a:defRPr>
            </a:lvl8pPr>
            <a:lvl9pPr marL="3886200" indent="-228600" eaLnBrk="0" fontAlgn="base" hangingPunct="0">
              <a:spcBef>
                <a:spcPct val="0"/>
              </a:spcBef>
              <a:spcAft>
                <a:spcPct val="0"/>
              </a:spcAft>
              <a:defRPr sz="2400">
                <a:solidFill>
                  <a:schemeClr val="tx1"/>
                </a:solidFill>
                <a:latin typeface="Times New Roman" pitchFamily="18" charset="0"/>
                <a:ea typeface="MS PGothic" pitchFamily="34" charset="-128"/>
              </a:defRPr>
            </a:lvl9pPr>
          </a:lstStyle>
          <a:p>
            <a:r>
              <a:rPr lang="en-US" altLang="en-US" sz="1200" dirty="0"/>
              <a:t>import </a:t>
            </a:r>
            <a:r>
              <a:rPr lang="en-US" altLang="en-US" sz="1200" dirty="0" err="1"/>
              <a:t>javafx.application.Application</a:t>
            </a:r>
            <a:r>
              <a:rPr lang="en-US" altLang="en-US" sz="1200" dirty="0"/>
              <a:t>;</a:t>
            </a:r>
          </a:p>
          <a:p>
            <a:r>
              <a:rPr lang="en-US" altLang="en-US" sz="1200" dirty="0"/>
              <a:t>import </a:t>
            </a:r>
            <a:r>
              <a:rPr lang="en-US" altLang="en-US" sz="1200" dirty="0" err="1"/>
              <a:t>javafx.event.ActionEvent</a:t>
            </a:r>
            <a:r>
              <a:rPr lang="en-US" altLang="en-US" sz="1200" dirty="0"/>
              <a:t>;</a:t>
            </a:r>
          </a:p>
          <a:p>
            <a:r>
              <a:rPr lang="en-US" altLang="en-US" sz="1200" dirty="0"/>
              <a:t>import </a:t>
            </a:r>
            <a:r>
              <a:rPr lang="en-US" altLang="en-US" sz="1200" dirty="0" err="1"/>
              <a:t>javafx.event.EventHandler</a:t>
            </a:r>
            <a:r>
              <a:rPr lang="en-US" altLang="en-US" sz="1200" dirty="0"/>
              <a:t>;</a:t>
            </a:r>
          </a:p>
          <a:p>
            <a:r>
              <a:rPr lang="en-US" altLang="en-US" sz="1200" dirty="0"/>
              <a:t>import </a:t>
            </a:r>
            <a:r>
              <a:rPr lang="en-US" altLang="en-US" sz="1200" dirty="0" err="1"/>
              <a:t>javafx.geometry.Pos</a:t>
            </a:r>
            <a:r>
              <a:rPr lang="en-US" altLang="en-US" sz="1200" dirty="0"/>
              <a:t>;</a:t>
            </a:r>
          </a:p>
          <a:p>
            <a:r>
              <a:rPr lang="en-US" altLang="en-US" sz="1200" dirty="0"/>
              <a:t>import </a:t>
            </a:r>
            <a:r>
              <a:rPr lang="en-US" altLang="en-US" sz="1200" dirty="0" err="1"/>
              <a:t>javafx.scene.Scene</a:t>
            </a:r>
            <a:r>
              <a:rPr lang="en-US" altLang="en-US" sz="1200" dirty="0"/>
              <a:t>;</a:t>
            </a:r>
          </a:p>
          <a:p>
            <a:r>
              <a:rPr lang="en-US" altLang="en-US" sz="1200" dirty="0"/>
              <a:t>import </a:t>
            </a:r>
            <a:r>
              <a:rPr lang="en-US" altLang="en-US" sz="1200" dirty="0" err="1"/>
              <a:t>javafx.scene.control.Button</a:t>
            </a:r>
            <a:r>
              <a:rPr lang="en-US" altLang="en-US" sz="1200" dirty="0"/>
              <a:t>;</a:t>
            </a:r>
          </a:p>
          <a:p>
            <a:r>
              <a:rPr lang="en-US" altLang="en-US" sz="1200" dirty="0"/>
              <a:t>import </a:t>
            </a:r>
            <a:r>
              <a:rPr lang="en-US" altLang="en-US" sz="1200" dirty="0" err="1"/>
              <a:t>javafx.scene.layout.StackPane</a:t>
            </a:r>
            <a:r>
              <a:rPr lang="en-US" altLang="en-US" sz="1200" dirty="0"/>
              <a:t>;</a:t>
            </a:r>
          </a:p>
          <a:p>
            <a:r>
              <a:rPr lang="en-US" altLang="en-US" sz="1200" dirty="0"/>
              <a:t>import </a:t>
            </a:r>
            <a:r>
              <a:rPr lang="en-US" altLang="en-US" sz="1200" dirty="0" err="1"/>
              <a:t>javafx.scene.layout.HBox</a:t>
            </a:r>
            <a:r>
              <a:rPr lang="en-US" altLang="en-US" sz="1200" dirty="0"/>
              <a:t>;</a:t>
            </a:r>
          </a:p>
          <a:p>
            <a:r>
              <a:rPr lang="en-US" altLang="en-US" sz="1200" dirty="0"/>
              <a:t>import </a:t>
            </a:r>
            <a:r>
              <a:rPr lang="en-US" altLang="en-US" sz="1200" dirty="0" err="1"/>
              <a:t>javafx.scene.layout.BorderPane</a:t>
            </a:r>
            <a:r>
              <a:rPr lang="en-US" altLang="en-US" sz="1200" dirty="0"/>
              <a:t>;</a:t>
            </a:r>
          </a:p>
          <a:p>
            <a:r>
              <a:rPr lang="en-US" altLang="en-US" sz="1200" dirty="0"/>
              <a:t>import </a:t>
            </a:r>
            <a:r>
              <a:rPr lang="en-US" altLang="en-US" sz="1200" dirty="0" err="1"/>
              <a:t>javafx.scene.paint.Color</a:t>
            </a:r>
            <a:r>
              <a:rPr lang="en-US" altLang="en-US" sz="1200" dirty="0"/>
              <a:t>;</a:t>
            </a:r>
          </a:p>
          <a:p>
            <a:r>
              <a:rPr lang="en-US" altLang="en-US" sz="1200" dirty="0"/>
              <a:t>import </a:t>
            </a:r>
            <a:r>
              <a:rPr lang="en-US" altLang="en-US" sz="1200" dirty="0" err="1"/>
              <a:t>javafx.scene.shape.Circle</a:t>
            </a:r>
            <a:r>
              <a:rPr lang="en-US" altLang="en-US" sz="1200" dirty="0"/>
              <a:t>;</a:t>
            </a:r>
          </a:p>
          <a:p>
            <a:r>
              <a:rPr lang="en-US" altLang="en-US" sz="1200" dirty="0"/>
              <a:t>import </a:t>
            </a:r>
            <a:r>
              <a:rPr lang="en-US" altLang="en-US" sz="1200" dirty="0" err="1"/>
              <a:t>javafx.stage.Stage</a:t>
            </a:r>
            <a:r>
              <a:rPr lang="en-US" altLang="en-US" sz="1200" dirty="0"/>
              <a:t>;</a:t>
            </a:r>
          </a:p>
          <a:p>
            <a:endParaRPr lang="en-US" altLang="en-US" sz="1200" dirty="0"/>
          </a:p>
          <a:p>
            <a:r>
              <a:rPr lang="en-US" altLang="en-US" sz="1200" dirty="0"/>
              <a:t>public class </a:t>
            </a:r>
            <a:r>
              <a:rPr lang="en-US" altLang="en-US" sz="1200" dirty="0" err="1"/>
              <a:t>ControlCircle</a:t>
            </a:r>
            <a:r>
              <a:rPr lang="en-US" altLang="en-US" sz="1200" dirty="0"/>
              <a:t> extends Application {</a:t>
            </a:r>
          </a:p>
          <a:p>
            <a:r>
              <a:rPr lang="en-US" altLang="en-US" sz="1200" dirty="0"/>
              <a:t>  private </a:t>
            </a:r>
            <a:r>
              <a:rPr lang="en-US" altLang="en-US" sz="1200" dirty="0" err="1"/>
              <a:t>CirclePane</a:t>
            </a:r>
            <a:r>
              <a:rPr lang="en-US" altLang="en-US" sz="1200" dirty="0"/>
              <a:t> </a:t>
            </a:r>
            <a:r>
              <a:rPr lang="en-US" altLang="en-US" sz="1200" dirty="0" err="1"/>
              <a:t>circlePane</a:t>
            </a:r>
            <a:r>
              <a:rPr lang="en-US" altLang="en-US" sz="1200" dirty="0"/>
              <a:t> = new </a:t>
            </a:r>
            <a:r>
              <a:rPr lang="en-US" altLang="en-US" sz="1200" dirty="0" err="1"/>
              <a:t>CirclePane</a:t>
            </a:r>
            <a:r>
              <a:rPr lang="en-US" altLang="en-US" sz="1200" dirty="0"/>
              <a:t>();</a:t>
            </a:r>
          </a:p>
          <a:p>
            <a:endParaRPr lang="en-US" altLang="en-US" sz="1200" dirty="0"/>
          </a:p>
          <a:p>
            <a:r>
              <a:rPr lang="en-US" altLang="en-US" sz="1200" dirty="0"/>
              <a:t>  @Override // Override the start method in the Application class</a:t>
            </a:r>
          </a:p>
          <a:p>
            <a:r>
              <a:rPr lang="en-US" altLang="en-US" sz="1200" dirty="0"/>
              <a:t>  public void start(Stage </a:t>
            </a:r>
            <a:r>
              <a:rPr lang="en-US" altLang="en-US" sz="1200" dirty="0" err="1"/>
              <a:t>primaryStage</a:t>
            </a:r>
            <a:r>
              <a:rPr lang="en-US" altLang="en-US" sz="1200" dirty="0"/>
              <a:t>) {</a:t>
            </a:r>
          </a:p>
          <a:p>
            <a:r>
              <a:rPr lang="en-US" altLang="en-US" sz="1200" dirty="0"/>
              <a:t>    // Hold two buttons in an </a:t>
            </a:r>
            <a:r>
              <a:rPr lang="en-US" altLang="en-US" sz="1200" dirty="0" err="1"/>
              <a:t>HBox</a:t>
            </a:r>
            <a:endParaRPr lang="en-US" altLang="en-US" sz="1200" dirty="0"/>
          </a:p>
          <a:p>
            <a:r>
              <a:rPr lang="en-US" altLang="en-US" sz="1200" dirty="0"/>
              <a:t>    </a:t>
            </a:r>
            <a:r>
              <a:rPr lang="en-US" altLang="en-US" sz="1200" dirty="0" err="1"/>
              <a:t>HBox</a:t>
            </a:r>
            <a:r>
              <a:rPr lang="en-US" altLang="en-US" sz="1200" dirty="0"/>
              <a:t> </a:t>
            </a:r>
            <a:r>
              <a:rPr lang="en-US" altLang="en-US" sz="1200" dirty="0" err="1"/>
              <a:t>hBox</a:t>
            </a:r>
            <a:r>
              <a:rPr lang="en-US" altLang="en-US" sz="1200" dirty="0"/>
              <a:t> = new </a:t>
            </a:r>
            <a:r>
              <a:rPr lang="en-US" altLang="en-US" sz="1200" dirty="0" err="1"/>
              <a:t>HBox</a:t>
            </a:r>
            <a:r>
              <a:rPr lang="en-US" altLang="en-US" sz="1200" dirty="0"/>
              <a:t>();</a:t>
            </a:r>
          </a:p>
          <a:p>
            <a:r>
              <a:rPr lang="en-US" altLang="en-US" sz="1200" dirty="0"/>
              <a:t>    </a:t>
            </a:r>
            <a:r>
              <a:rPr lang="en-US" altLang="en-US" sz="1200" dirty="0" err="1"/>
              <a:t>hBox.setSpacing</a:t>
            </a:r>
            <a:r>
              <a:rPr lang="en-US" altLang="en-US" sz="1200" dirty="0"/>
              <a:t>(10);</a:t>
            </a:r>
          </a:p>
          <a:p>
            <a:r>
              <a:rPr lang="en-US" altLang="en-US" sz="1200" dirty="0"/>
              <a:t>    </a:t>
            </a:r>
            <a:r>
              <a:rPr lang="en-US" altLang="en-US" sz="1200" dirty="0" err="1"/>
              <a:t>hBox.setAlignment</a:t>
            </a:r>
            <a:r>
              <a:rPr lang="en-US" altLang="en-US" sz="1200" dirty="0"/>
              <a:t>(</a:t>
            </a:r>
            <a:r>
              <a:rPr lang="en-US" altLang="en-US" sz="1200" dirty="0" err="1"/>
              <a:t>Pos.CENTER</a:t>
            </a:r>
            <a:r>
              <a:rPr lang="en-US" altLang="en-US" sz="1200" dirty="0"/>
              <a:t>);</a:t>
            </a:r>
          </a:p>
          <a:p>
            <a:r>
              <a:rPr lang="en-US" altLang="en-US" sz="1200" dirty="0"/>
              <a:t>    Button </a:t>
            </a:r>
            <a:r>
              <a:rPr lang="en-US" altLang="en-US" sz="1200" dirty="0" err="1"/>
              <a:t>btEnlarge</a:t>
            </a:r>
            <a:r>
              <a:rPr lang="en-US" altLang="en-US" sz="1200" dirty="0"/>
              <a:t> = new Button("Enlarge");</a:t>
            </a:r>
          </a:p>
          <a:p>
            <a:r>
              <a:rPr lang="en-US" altLang="en-US" sz="1200" dirty="0"/>
              <a:t>    Button </a:t>
            </a:r>
            <a:r>
              <a:rPr lang="en-US" altLang="en-US" sz="1200" dirty="0" err="1"/>
              <a:t>btShrink</a:t>
            </a:r>
            <a:r>
              <a:rPr lang="en-US" altLang="en-US" sz="1200" dirty="0"/>
              <a:t> = new Button("Shrink");</a:t>
            </a:r>
          </a:p>
          <a:p>
            <a:r>
              <a:rPr lang="en-US" altLang="en-US" sz="1200" dirty="0"/>
              <a:t>    </a:t>
            </a:r>
            <a:r>
              <a:rPr lang="en-US" altLang="en-US" sz="1200" dirty="0" err="1"/>
              <a:t>hBox.getChildren</a:t>
            </a:r>
            <a:r>
              <a:rPr lang="en-US" altLang="en-US" sz="1200" dirty="0"/>
              <a:t>().add(</a:t>
            </a:r>
            <a:r>
              <a:rPr lang="en-US" altLang="en-US" sz="1200" dirty="0" err="1"/>
              <a:t>btEnlarge</a:t>
            </a:r>
            <a:r>
              <a:rPr lang="en-US" altLang="en-US" sz="1200" dirty="0"/>
              <a:t>);</a:t>
            </a:r>
          </a:p>
          <a:p>
            <a:r>
              <a:rPr lang="en-US" altLang="en-US" sz="1200" dirty="0"/>
              <a:t>    </a:t>
            </a:r>
            <a:r>
              <a:rPr lang="en-US" altLang="en-US" sz="1200" dirty="0" err="1"/>
              <a:t>hBox.getChildren</a:t>
            </a:r>
            <a:r>
              <a:rPr lang="en-US" altLang="en-US" sz="1200" dirty="0"/>
              <a:t>().add(</a:t>
            </a:r>
            <a:r>
              <a:rPr lang="en-US" altLang="en-US" sz="1200" dirty="0" err="1"/>
              <a:t>btShrink</a:t>
            </a:r>
            <a:r>
              <a:rPr lang="en-US" altLang="en-US" sz="1200" dirty="0"/>
              <a:t>);</a:t>
            </a:r>
          </a:p>
          <a:p>
            <a:r>
              <a:rPr lang="en-US" altLang="en-US" sz="1200" dirty="0"/>
              <a:t>    </a:t>
            </a:r>
          </a:p>
          <a:p>
            <a:r>
              <a:rPr lang="en-US" altLang="en-US" sz="1200" dirty="0"/>
              <a:t>    // Create and register the handler</a:t>
            </a:r>
          </a:p>
          <a:p>
            <a:r>
              <a:rPr lang="en-US" altLang="en-US" sz="1200" dirty="0"/>
              <a:t>    </a:t>
            </a:r>
            <a:r>
              <a:rPr lang="en-US" altLang="en-US" sz="1200" dirty="0" err="1"/>
              <a:t>btEnlarge.setOnAction</a:t>
            </a:r>
            <a:r>
              <a:rPr lang="en-US" altLang="en-US" sz="1200" dirty="0"/>
              <a:t>(new </a:t>
            </a:r>
            <a:r>
              <a:rPr lang="en-US" altLang="en-US" sz="1200" dirty="0" err="1"/>
              <a:t>EnlargeHandler</a:t>
            </a:r>
            <a:r>
              <a:rPr lang="en-US" altLang="en-US" sz="1200" dirty="0"/>
              <a:t>());</a:t>
            </a:r>
          </a:p>
          <a:p>
            <a:endParaRPr lang="en-US" altLang="en-US" sz="1200" dirty="0"/>
          </a:p>
          <a:p>
            <a:r>
              <a:rPr lang="en-US" altLang="en-US" sz="1200" dirty="0"/>
              <a:t>    </a:t>
            </a:r>
            <a:r>
              <a:rPr lang="en-US" altLang="en-US" sz="1200" dirty="0" err="1"/>
              <a:t>BorderPane</a:t>
            </a:r>
            <a:r>
              <a:rPr lang="en-US" altLang="en-US" sz="1200" dirty="0"/>
              <a:t> </a:t>
            </a:r>
            <a:r>
              <a:rPr lang="en-US" altLang="en-US" sz="1200" dirty="0" err="1"/>
              <a:t>borderPane</a:t>
            </a:r>
            <a:r>
              <a:rPr lang="en-US" altLang="en-US" sz="1200" dirty="0"/>
              <a:t> = new </a:t>
            </a:r>
            <a:r>
              <a:rPr lang="en-US" altLang="en-US" sz="1200" dirty="0" err="1"/>
              <a:t>BorderPane</a:t>
            </a:r>
            <a:r>
              <a:rPr lang="en-US" altLang="en-US" sz="1200" dirty="0"/>
              <a:t>();</a:t>
            </a:r>
          </a:p>
          <a:p>
            <a:r>
              <a:rPr lang="en-US" altLang="en-US" sz="1200" dirty="0"/>
              <a:t>    </a:t>
            </a:r>
            <a:r>
              <a:rPr lang="en-US" altLang="en-US" sz="1200" dirty="0" err="1"/>
              <a:t>borderPane.setCenter</a:t>
            </a:r>
            <a:r>
              <a:rPr lang="en-US" altLang="en-US" sz="1200" dirty="0"/>
              <a:t>(</a:t>
            </a:r>
            <a:r>
              <a:rPr lang="en-US" altLang="en-US" sz="1200" dirty="0" err="1"/>
              <a:t>circlePane</a:t>
            </a:r>
            <a:r>
              <a:rPr lang="en-US" altLang="en-US" sz="1200" dirty="0"/>
              <a:t>);</a:t>
            </a:r>
          </a:p>
          <a:p>
            <a:r>
              <a:rPr lang="en-US" altLang="en-US" sz="1200" dirty="0"/>
              <a:t>    </a:t>
            </a:r>
            <a:r>
              <a:rPr lang="en-US" altLang="en-US" sz="1200" dirty="0" err="1"/>
              <a:t>borderPane.setBottom</a:t>
            </a:r>
            <a:r>
              <a:rPr lang="en-US" altLang="en-US" sz="1200" dirty="0"/>
              <a:t>(</a:t>
            </a:r>
            <a:r>
              <a:rPr lang="en-US" altLang="en-US" sz="1200" dirty="0" err="1"/>
              <a:t>hBox</a:t>
            </a:r>
            <a:r>
              <a:rPr lang="en-US" altLang="en-US" sz="1200" dirty="0"/>
              <a:t>);</a:t>
            </a:r>
          </a:p>
          <a:p>
            <a:r>
              <a:rPr lang="en-US" altLang="en-US" sz="1200" dirty="0"/>
              <a:t>    </a:t>
            </a:r>
            <a:r>
              <a:rPr lang="en-US" altLang="en-US" sz="1200" dirty="0" err="1"/>
              <a:t>BorderPane.setAlignment</a:t>
            </a:r>
            <a:r>
              <a:rPr lang="en-US" altLang="en-US" sz="1200" dirty="0"/>
              <a:t>(</a:t>
            </a:r>
            <a:r>
              <a:rPr lang="en-US" altLang="en-US" sz="1200" dirty="0" err="1"/>
              <a:t>hBox</a:t>
            </a:r>
            <a:r>
              <a:rPr lang="en-US" altLang="en-US" sz="1200" dirty="0"/>
              <a:t>, </a:t>
            </a:r>
            <a:r>
              <a:rPr lang="en-US" altLang="en-US" sz="1200" dirty="0" err="1"/>
              <a:t>Pos.CENTER</a:t>
            </a:r>
            <a:r>
              <a:rPr lang="en-US" altLang="en-US" sz="1200" dirty="0"/>
              <a:t>);</a:t>
            </a:r>
          </a:p>
          <a:p>
            <a:r>
              <a:rPr lang="en-US" altLang="en-US" sz="1200" dirty="0"/>
              <a:t>    </a:t>
            </a:r>
          </a:p>
          <a:p>
            <a:r>
              <a:rPr lang="en-US" altLang="en-US" sz="1200" dirty="0"/>
              <a:t> </a:t>
            </a:r>
          </a:p>
        </p:txBody>
      </p:sp>
      <p:sp>
        <p:nvSpPr>
          <p:cNvPr id="76804" name="Rectangle 3"/>
          <p:cNvSpPr>
            <a:spLocks noChangeArrowheads="1"/>
          </p:cNvSpPr>
          <p:nvPr/>
        </p:nvSpPr>
        <p:spPr bwMode="auto">
          <a:xfrm>
            <a:off x="4572000" y="0"/>
            <a:ext cx="4572000" cy="6924675"/>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New Roman" pitchFamily="18" charset="0"/>
                <a:ea typeface="MS PGothic" pitchFamily="34" charset="-128"/>
              </a:defRPr>
            </a:lvl1pPr>
            <a:lvl2pPr marL="742950" indent="-285750">
              <a:defRPr sz="2400">
                <a:solidFill>
                  <a:schemeClr val="tx1"/>
                </a:solidFill>
                <a:latin typeface="Times New Roman" pitchFamily="18" charset="0"/>
                <a:ea typeface="MS PGothic" pitchFamily="34" charset="-128"/>
              </a:defRPr>
            </a:lvl2pPr>
            <a:lvl3pPr marL="1143000" indent="-228600">
              <a:defRPr sz="2400">
                <a:solidFill>
                  <a:schemeClr val="tx1"/>
                </a:solidFill>
                <a:latin typeface="Times New Roman" pitchFamily="18" charset="0"/>
                <a:ea typeface="MS PGothic" pitchFamily="34" charset="-128"/>
              </a:defRPr>
            </a:lvl3pPr>
            <a:lvl4pPr marL="1600200" indent="-228600">
              <a:defRPr sz="2400">
                <a:solidFill>
                  <a:schemeClr val="tx1"/>
                </a:solidFill>
                <a:latin typeface="Times New Roman" pitchFamily="18" charset="0"/>
                <a:ea typeface="MS PGothic" pitchFamily="34" charset="-128"/>
              </a:defRPr>
            </a:lvl4pPr>
            <a:lvl5pPr marL="2057400" indent="-228600">
              <a:defRPr sz="2400">
                <a:solidFill>
                  <a:schemeClr val="tx1"/>
                </a:solidFill>
                <a:latin typeface="Times New Roman" pitchFamily="18" charset="0"/>
                <a:ea typeface="MS PGothic" pitchFamily="34" charset="-128"/>
              </a:defRPr>
            </a:lvl5pPr>
            <a:lvl6pPr marL="2514600" indent="-228600" eaLnBrk="0" fontAlgn="base" hangingPunct="0">
              <a:spcBef>
                <a:spcPct val="0"/>
              </a:spcBef>
              <a:spcAft>
                <a:spcPct val="0"/>
              </a:spcAft>
              <a:defRPr sz="2400">
                <a:solidFill>
                  <a:schemeClr val="tx1"/>
                </a:solidFill>
                <a:latin typeface="Times New Roman" pitchFamily="18" charset="0"/>
                <a:ea typeface="MS PGothic" pitchFamily="34" charset="-128"/>
              </a:defRPr>
            </a:lvl6pPr>
            <a:lvl7pPr marL="2971800" indent="-228600" eaLnBrk="0" fontAlgn="base" hangingPunct="0">
              <a:spcBef>
                <a:spcPct val="0"/>
              </a:spcBef>
              <a:spcAft>
                <a:spcPct val="0"/>
              </a:spcAft>
              <a:defRPr sz="2400">
                <a:solidFill>
                  <a:schemeClr val="tx1"/>
                </a:solidFill>
                <a:latin typeface="Times New Roman" pitchFamily="18" charset="0"/>
                <a:ea typeface="MS PGothic" pitchFamily="34" charset="-128"/>
              </a:defRPr>
            </a:lvl7pPr>
            <a:lvl8pPr marL="3429000" indent="-228600" eaLnBrk="0" fontAlgn="base" hangingPunct="0">
              <a:spcBef>
                <a:spcPct val="0"/>
              </a:spcBef>
              <a:spcAft>
                <a:spcPct val="0"/>
              </a:spcAft>
              <a:defRPr sz="2400">
                <a:solidFill>
                  <a:schemeClr val="tx1"/>
                </a:solidFill>
                <a:latin typeface="Times New Roman" pitchFamily="18" charset="0"/>
                <a:ea typeface="MS PGothic" pitchFamily="34" charset="-128"/>
              </a:defRPr>
            </a:lvl8pPr>
            <a:lvl9pPr marL="3886200" indent="-228600" eaLnBrk="0" fontAlgn="base" hangingPunct="0">
              <a:spcBef>
                <a:spcPct val="0"/>
              </a:spcBef>
              <a:spcAft>
                <a:spcPct val="0"/>
              </a:spcAft>
              <a:defRPr sz="2400">
                <a:solidFill>
                  <a:schemeClr val="tx1"/>
                </a:solidFill>
                <a:latin typeface="Times New Roman" pitchFamily="18" charset="0"/>
                <a:ea typeface="MS PGothic" pitchFamily="34" charset="-128"/>
              </a:defRPr>
            </a:lvl9pPr>
          </a:lstStyle>
          <a:p>
            <a:r>
              <a:rPr lang="en-US" altLang="en-US" sz="1200" dirty="0"/>
              <a:t> // Create a scene and place it in the stage</a:t>
            </a:r>
          </a:p>
          <a:p>
            <a:r>
              <a:rPr lang="en-US" altLang="en-US" sz="1200" dirty="0"/>
              <a:t>    Scene </a:t>
            </a:r>
            <a:r>
              <a:rPr lang="en-US" altLang="en-US" sz="1200" dirty="0" err="1"/>
              <a:t>scene</a:t>
            </a:r>
            <a:r>
              <a:rPr lang="en-US" altLang="en-US" sz="1200" dirty="0"/>
              <a:t> = new Scene(</a:t>
            </a:r>
            <a:r>
              <a:rPr lang="en-US" altLang="en-US" sz="1200" dirty="0" err="1"/>
              <a:t>borderPane</a:t>
            </a:r>
            <a:r>
              <a:rPr lang="en-US" altLang="en-US" sz="1200" dirty="0"/>
              <a:t>, 200, 150);</a:t>
            </a:r>
          </a:p>
          <a:p>
            <a:r>
              <a:rPr lang="en-US" altLang="en-US" sz="1200" dirty="0"/>
              <a:t>    </a:t>
            </a:r>
            <a:r>
              <a:rPr lang="en-US" altLang="en-US" sz="1200" dirty="0" err="1"/>
              <a:t>primaryStage.setTitle</a:t>
            </a:r>
            <a:r>
              <a:rPr lang="en-US" altLang="en-US" sz="1200" dirty="0"/>
              <a:t>("</a:t>
            </a:r>
            <a:r>
              <a:rPr lang="en-US" altLang="en-US" sz="1200" dirty="0" err="1"/>
              <a:t>ControlCircle</a:t>
            </a:r>
            <a:r>
              <a:rPr lang="en-US" altLang="en-US" sz="1200" dirty="0"/>
              <a:t>"); // Set the stage title</a:t>
            </a:r>
          </a:p>
          <a:p>
            <a:r>
              <a:rPr lang="en-US" altLang="en-US" sz="1200" dirty="0"/>
              <a:t>    </a:t>
            </a:r>
            <a:r>
              <a:rPr lang="en-US" altLang="en-US" sz="1200" dirty="0" err="1"/>
              <a:t>primaryStage.setScene</a:t>
            </a:r>
            <a:r>
              <a:rPr lang="en-US" altLang="en-US" sz="1200" dirty="0"/>
              <a:t>(scene); // Place the scene in the stage</a:t>
            </a:r>
          </a:p>
          <a:p>
            <a:r>
              <a:rPr lang="en-US" altLang="en-US" sz="1200" dirty="0"/>
              <a:t>    </a:t>
            </a:r>
            <a:r>
              <a:rPr lang="en-US" altLang="en-US" sz="1200" dirty="0" err="1"/>
              <a:t>primaryStage.show</a:t>
            </a:r>
            <a:r>
              <a:rPr lang="en-US" altLang="en-US" sz="1200" dirty="0"/>
              <a:t>(); // Display the stage</a:t>
            </a:r>
          </a:p>
          <a:p>
            <a:r>
              <a:rPr lang="en-US" altLang="en-US" sz="1200" dirty="0"/>
              <a:t>  }</a:t>
            </a:r>
          </a:p>
          <a:p>
            <a:r>
              <a:rPr lang="en-US" altLang="en-US" sz="1200" dirty="0"/>
              <a:t>  </a:t>
            </a:r>
          </a:p>
          <a:p>
            <a:r>
              <a:rPr lang="en-US" altLang="en-US" sz="1200" dirty="0"/>
              <a:t>  class </a:t>
            </a:r>
            <a:r>
              <a:rPr lang="en-US" altLang="en-US" sz="1200" dirty="0" err="1"/>
              <a:t>EnlargeHandler</a:t>
            </a:r>
            <a:r>
              <a:rPr lang="en-US" altLang="en-US" sz="1200" dirty="0"/>
              <a:t> implements </a:t>
            </a:r>
            <a:r>
              <a:rPr lang="en-US" altLang="en-US" sz="1200" dirty="0" err="1"/>
              <a:t>EventHandler</a:t>
            </a:r>
            <a:r>
              <a:rPr lang="en-US" altLang="en-US" sz="1200" dirty="0"/>
              <a:t>&lt;</a:t>
            </a:r>
            <a:r>
              <a:rPr lang="en-US" altLang="en-US" sz="1200" dirty="0" err="1"/>
              <a:t>ActionEvent</a:t>
            </a:r>
            <a:r>
              <a:rPr lang="en-US" altLang="en-US" sz="1200" dirty="0"/>
              <a:t>&gt; {</a:t>
            </a:r>
          </a:p>
          <a:p>
            <a:r>
              <a:rPr lang="en-US" altLang="en-US" sz="1200" dirty="0"/>
              <a:t>    @Override // Override the handle method</a:t>
            </a:r>
          </a:p>
          <a:p>
            <a:r>
              <a:rPr lang="en-US" altLang="en-US" sz="1200" dirty="0"/>
              <a:t>    public void handle(</a:t>
            </a:r>
            <a:r>
              <a:rPr lang="en-US" altLang="en-US" sz="1200" dirty="0" err="1"/>
              <a:t>ActionEvent</a:t>
            </a:r>
            <a:r>
              <a:rPr lang="en-US" altLang="en-US" sz="1200" dirty="0"/>
              <a:t> e) {</a:t>
            </a:r>
          </a:p>
          <a:p>
            <a:r>
              <a:rPr lang="en-US" altLang="en-US" sz="1200" dirty="0"/>
              <a:t>      </a:t>
            </a:r>
            <a:r>
              <a:rPr lang="en-US" altLang="en-US" sz="1200" dirty="0" err="1"/>
              <a:t>circlePane.enlarge</a:t>
            </a:r>
            <a:r>
              <a:rPr lang="en-US" altLang="en-US" sz="1200" dirty="0"/>
              <a:t>();</a:t>
            </a:r>
          </a:p>
          <a:p>
            <a:r>
              <a:rPr lang="en-US" altLang="en-US" sz="1200" dirty="0"/>
              <a:t>    }</a:t>
            </a:r>
          </a:p>
          <a:p>
            <a:r>
              <a:rPr lang="en-US" altLang="en-US" sz="1200" dirty="0"/>
              <a:t>  }  </a:t>
            </a:r>
          </a:p>
          <a:p>
            <a:r>
              <a:rPr lang="en-US" altLang="en-US" sz="1200" dirty="0"/>
              <a:t>public static void main(String[] </a:t>
            </a:r>
            <a:r>
              <a:rPr lang="en-US" altLang="en-US" sz="1200" dirty="0" err="1"/>
              <a:t>args</a:t>
            </a:r>
            <a:r>
              <a:rPr lang="en-US" altLang="en-US" sz="1200" dirty="0"/>
              <a:t>) {</a:t>
            </a:r>
          </a:p>
          <a:p>
            <a:r>
              <a:rPr lang="en-US" altLang="en-US" sz="1200" dirty="0"/>
              <a:t>    launch(</a:t>
            </a:r>
            <a:r>
              <a:rPr lang="en-US" altLang="en-US" sz="1200" dirty="0" err="1"/>
              <a:t>args</a:t>
            </a:r>
            <a:r>
              <a:rPr lang="en-US" altLang="en-US" sz="1200" dirty="0"/>
              <a:t>);</a:t>
            </a:r>
          </a:p>
          <a:p>
            <a:r>
              <a:rPr lang="en-US" altLang="en-US" sz="1200" dirty="0"/>
              <a:t>  }</a:t>
            </a:r>
          </a:p>
          <a:p>
            <a:r>
              <a:rPr lang="en-US" altLang="en-US" sz="1200" dirty="0"/>
              <a:t>}</a:t>
            </a:r>
          </a:p>
          <a:p>
            <a:endParaRPr lang="en-US" altLang="en-US" sz="1200" dirty="0"/>
          </a:p>
          <a:p>
            <a:r>
              <a:rPr lang="en-US" altLang="en-US" sz="1200" dirty="0"/>
              <a:t>class </a:t>
            </a:r>
            <a:r>
              <a:rPr lang="en-US" altLang="en-US" sz="1200" dirty="0" err="1"/>
              <a:t>CirclePane</a:t>
            </a:r>
            <a:r>
              <a:rPr lang="en-US" altLang="en-US" sz="1200" dirty="0"/>
              <a:t> extends </a:t>
            </a:r>
            <a:r>
              <a:rPr lang="en-US" altLang="en-US" sz="1200" dirty="0" err="1"/>
              <a:t>StackPane</a:t>
            </a:r>
            <a:r>
              <a:rPr lang="en-US" altLang="en-US" sz="1200" dirty="0"/>
              <a:t> {</a:t>
            </a:r>
          </a:p>
          <a:p>
            <a:r>
              <a:rPr lang="en-US" altLang="en-US" sz="1200" dirty="0"/>
              <a:t>  private Circle </a:t>
            </a:r>
            <a:r>
              <a:rPr lang="en-US" altLang="en-US" sz="1200" dirty="0" err="1"/>
              <a:t>circle</a:t>
            </a:r>
            <a:r>
              <a:rPr lang="en-US" altLang="en-US" sz="1200" dirty="0"/>
              <a:t> = new Circle(50); </a:t>
            </a:r>
          </a:p>
          <a:p>
            <a:r>
              <a:rPr lang="en-US" altLang="en-US" sz="1200" dirty="0"/>
              <a:t>  </a:t>
            </a:r>
          </a:p>
          <a:p>
            <a:r>
              <a:rPr lang="en-US" altLang="en-US" sz="1200" dirty="0"/>
              <a:t>  public </a:t>
            </a:r>
            <a:r>
              <a:rPr lang="en-US" altLang="en-US" sz="1200" dirty="0" err="1"/>
              <a:t>CirclePane</a:t>
            </a:r>
            <a:r>
              <a:rPr lang="en-US" altLang="en-US" sz="1200" dirty="0"/>
              <a:t>() {</a:t>
            </a:r>
          </a:p>
          <a:p>
            <a:r>
              <a:rPr lang="en-US" altLang="en-US" sz="1200" dirty="0"/>
              <a:t>    </a:t>
            </a:r>
            <a:r>
              <a:rPr lang="en-US" altLang="en-US" sz="1200" dirty="0" err="1"/>
              <a:t>getChildren</a:t>
            </a:r>
            <a:r>
              <a:rPr lang="en-US" altLang="en-US" sz="1200" dirty="0"/>
              <a:t>().add(circle);</a:t>
            </a:r>
          </a:p>
          <a:p>
            <a:r>
              <a:rPr lang="en-US" altLang="en-US" sz="1200" dirty="0"/>
              <a:t>    </a:t>
            </a:r>
            <a:r>
              <a:rPr lang="en-US" altLang="en-US" sz="1200" dirty="0" err="1"/>
              <a:t>circle.setStroke</a:t>
            </a:r>
            <a:r>
              <a:rPr lang="en-US" altLang="en-US" sz="1200" dirty="0"/>
              <a:t>(</a:t>
            </a:r>
            <a:r>
              <a:rPr lang="en-US" altLang="en-US" sz="1200" dirty="0" err="1"/>
              <a:t>Color.BLACK</a:t>
            </a:r>
            <a:r>
              <a:rPr lang="en-US" altLang="en-US" sz="1200" dirty="0"/>
              <a:t>);</a:t>
            </a:r>
          </a:p>
          <a:p>
            <a:r>
              <a:rPr lang="en-US" altLang="en-US" sz="1200" dirty="0"/>
              <a:t>    </a:t>
            </a:r>
            <a:r>
              <a:rPr lang="en-US" altLang="en-US" sz="1200" dirty="0" err="1"/>
              <a:t>circle.setFill</a:t>
            </a:r>
            <a:r>
              <a:rPr lang="en-US" altLang="en-US" sz="1200" dirty="0"/>
              <a:t>(</a:t>
            </a:r>
            <a:r>
              <a:rPr lang="en-US" altLang="en-US" sz="1200" dirty="0" err="1"/>
              <a:t>Color.WHITE</a:t>
            </a:r>
            <a:r>
              <a:rPr lang="en-US" altLang="en-US" sz="1200" dirty="0"/>
              <a:t>);</a:t>
            </a:r>
          </a:p>
          <a:p>
            <a:r>
              <a:rPr lang="en-US" altLang="en-US" sz="1200" dirty="0"/>
              <a:t>  }</a:t>
            </a:r>
          </a:p>
          <a:p>
            <a:r>
              <a:rPr lang="en-US" altLang="en-US" sz="1200" dirty="0"/>
              <a:t>  </a:t>
            </a:r>
          </a:p>
          <a:p>
            <a:r>
              <a:rPr lang="en-US" altLang="en-US" sz="1200" dirty="0"/>
              <a:t>  public void enlarge() {</a:t>
            </a:r>
          </a:p>
          <a:p>
            <a:r>
              <a:rPr lang="en-US" altLang="en-US" sz="1200" dirty="0"/>
              <a:t>    </a:t>
            </a:r>
            <a:r>
              <a:rPr lang="en-US" altLang="en-US" sz="1200" dirty="0" err="1"/>
              <a:t>circle.setRadius</a:t>
            </a:r>
            <a:r>
              <a:rPr lang="en-US" altLang="en-US" sz="1200" dirty="0"/>
              <a:t>(</a:t>
            </a:r>
            <a:r>
              <a:rPr lang="en-US" altLang="en-US" sz="1200" dirty="0" err="1"/>
              <a:t>circle.getRadius</a:t>
            </a:r>
            <a:r>
              <a:rPr lang="en-US" altLang="en-US" sz="1200" dirty="0"/>
              <a:t>() + 2);</a:t>
            </a:r>
          </a:p>
          <a:p>
            <a:r>
              <a:rPr lang="en-US" altLang="en-US" sz="1200" dirty="0"/>
              <a:t>  }</a:t>
            </a:r>
          </a:p>
          <a:p>
            <a:r>
              <a:rPr lang="en-US" altLang="en-US" sz="1200" dirty="0"/>
              <a:t>  </a:t>
            </a:r>
          </a:p>
          <a:p>
            <a:r>
              <a:rPr lang="en-US" altLang="en-US" sz="1200" dirty="0"/>
              <a:t>  public void shrink() {</a:t>
            </a:r>
          </a:p>
          <a:p>
            <a:r>
              <a:rPr lang="en-US" altLang="en-US" sz="1200" dirty="0"/>
              <a:t>    </a:t>
            </a:r>
            <a:r>
              <a:rPr lang="en-US" altLang="en-US" sz="1200" dirty="0" err="1"/>
              <a:t>circle.setRadius</a:t>
            </a:r>
            <a:r>
              <a:rPr lang="en-US" altLang="en-US" sz="1200" dirty="0"/>
              <a:t>(</a:t>
            </a:r>
            <a:r>
              <a:rPr lang="en-US" altLang="en-US" sz="1200" dirty="0" err="1"/>
              <a:t>circle.getRadius</a:t>
            </a:r>
            <a:r>
              <a:rPr lang="en-US" altLang="en-US" sz="1200" dirty="0"/>
              <a:t>() &gt; 2 ? </a:t>
            </a:r>
          </a:p>
          <a:p>
            <a:r>
              <a:rPr lang="en-US" altLang="en-US" sz="1200" dirty="0"/>
              <a:t>      </a:t>
            </a:r>
            <a:r>
              <a:rPr lang="en-US" altLang="en-US" sz="1200" dirty="0" err="1"/>
              <a:t>circle.getRadius</a:t>
            </a:r>
            <a:r>
              <a:rPr lang="en-US" altLang="en-US" sz="1200" dirty="0"/>
              <a:t>() - 2 : </a:t>
            </a:r>
            <a:r>
              <a:rPr lang="en-US" altLang="en-US" sz="1200" dirty="0" err="1"/>
              <a:t>circle.getRadius</a:t>
            </a:r>
            <a:r>
              <a:rPr lang="en-US" altLang="en-US" sz="1200" dirty="0"/>
              <a:t>());</a:t>
            </a:r>
          </a:p>
          <a:p>
            <a:r>
              <a:rPr lang="en-US" altLang="en-US" sz="1200" dirty="0"/>
              <a:t>  }</a:t>
            </a:r>
          </a:p>
          <a:p>
            <a:r>
              <a:rPr lang="en-US" altLang="en-US" sz="1200" dirty="0"/>
              <a:t>}</a:t>
            </a:r>
          </a:p>
        </p:txBody>
      </p:sp>
    </p:spTree>
  </p:cSld>
  <p:clrMapOvr>
    <a:masterClrMapping/>
  </p:clrMapOvr>
  <p:transition>
    <p:random/>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3" name="Rectangle 2"/>
          <p:cNvSpPr>
            <a:spLocks noGrp="1" noChangeArrowheads="1"/>
          </p:cNvSpPr>
          <p:nvPr>
            <p:ph type="title"/>
          </p:nvPr>
        </p:nvSpPr>
        <p:spPr>
          <a:xfrm>
            <a:off x="685800" y="0"/>
            <a:ext cx="7772400" cy="1428750"/>
          </a:xfrm>
        </p:spPr>
        <p:txBody>
          <a:bodyPr/>
          <a:lstStyle/>
          <a:p>
            <a:pPr algn="ctr">
              <a:defRPr/>
            </a:pPr>
            <a:r>
              <a:rPr lang="en-US" sz="4800" b="1" dirty="0">
                <a:solidFill>
                  <a:schemeClr val="tx1"/>
                </a:solidFill>
                <a:latin typeface="Times New Roman" panose="02020603050405020304" pitchFamily="18" charset="0"/>
                <a:ea typeface="ＭＳ Ｐゴシック" charset="0"/>
                <a:cs typeface="Times New Roman" panose="02020603050405020304" pitchFamily="18" charset="0"/>
              </a:rPr>
              <a:t>Inner Class Listeners</a:t>
            </a:r>
          </a:p>
        </p:txBody>
      </p:sp>
      <p:sp>
        <p:nvSpPr>
          <p:cNvPr id="20484" name="Rectangle 3"/>
          <p:cNvSpPr>
            <a:spLocks noGrp="1" noChangeArrowheads="1"/>
          </p:cNvSpPr>
          <p:nvPr>
            <p:ph idx="1"/>
          </p:nvPr>
        </p:nvSpPr>
        <p:spPr>
          <a:xfrm>
            <a:off x="609600" y="1371600"/>
            <a:ext cx="8077200" cy="3657600"/>
          </a:xfrm>
        </p:spPr>
        <p:txBody>
          <a:bodyPr/>
          <a:lstStyle/>
          <a:p>
            <a:pPr marL="0" indent="0" algn="just">
              <a:spcBef>
                <a:spcPct val="50000"/>
              </a:spcBef>
              <a:buFont typeface="Monotype Sorts" charset="0"/>
              <a:buNone/>
              <a:defRPr/>
            </a:pPr>
            <a:r>
              <a:rPr lang="en-US" sz="3600" dirty="0">
                <a:latin typeface="Times New Roman" panose="02020603050405020304" pitchFamily="18" charset="0"/>
                <a:ea typeface="ＭＳ Ｐゴシック" charset="0"/>
                <a:cs typeface="Times New Roman" panose="02020603050405020304" pitchFamily="18" charset="0"/>
              </a:rPr>
              <a:t>A listener class is designed specifically to create a listener object for a GUI component (e.g., a button). It will not be shared by other applications. So, it is appropriate to define the listener class inside the frame class as an inner class. </a:t>
            </a:r>
          </a:p>
        </p:txBody>
      </p:sp>
    </p:spTree>
  </p:cSld>
  <p:clrMapOvr>
    <a:masterClrMapping/>
  </p:clrMapOvr>
  <p:transition>
    <p:wipe dir="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7" name="Rectangle 2"/>
          <p:cNvSpPr>
            <a:spLocks noGrp="1" noChangeArrowheads="1"/>
          </p:cNvSpPr>
          <p:nvPr>
            <p:ph type="title"/>
          </p:nvPr>
        </p:nvSpPr>
        <p:spPr>
          <a:xfrm>
            <a:off x="685800" y="0"/>
            <a:ext cx="7772400" cy="1428750"/>
          </a:xfrm>
        </p:spPr>
        <p:txBody>
          <a:bodyPr/>
          <a:lstStyle/>
          <a:p>
            <a:pPr algn="ctr">
              <a:defRPr/>
            </a:pPr>
            <a:r>
              <a:rPr lang="en-US" sz="4800" b="1" dirty="0">
                <a:solidFill>
                  <a:schemeClr val="tx1"/>
                </a:solidFill>
                <a:latin typeface="Times New Roman" panose="02020603050405020304" pitchFamily="18" charset="0"/>
                <a:ea typeface="ＭＳ Ｐゴシック" charset="0"/>
                <a:cs typeface="Times New Roman" panose="02020603050405020304" pitchFamily="18" charset="0"/>
              </a:rPr>
              <a:t>Inner Classes</a:t>
            </a:r>
          </a:p>
        </p:txBody>
      </p:sp>
      <p:sp>
        <p:nvSpPr>
          <p:cNvPr id="22532" name="Rectangle 3"/>
          <p:cNvSpPr>
            <a:spLocks noGrp="1" noChangeArrowheads="1"/>
          </p:cNvSpPr>
          <p:nvPr>
            <p:ph idx="1"/>
          </p:nvPr>
        </p:nvSpPr>
        <p:spPr>
          <a:xfrm>
            <a:off x="685800" y="1371600"/>
            <a:ext cx="7467600" cy="4953000"/>
          </a:xfrm>
        </p:spPr>
        <p:txBody>
          <a:bodyPr/>
          <a:lstStyle/>
          <a:p>
            <a:pPr algn="just">
              <a:spcBef>
                <a:spcPct val="50000"/>
              </a:spcBef>
              <a:buFont typeface="Monotype Sorts"/>
              <a:buNone/>
              <a:defRPr/>
            </a:pPr>
            <a:r>
              <a:rPr lang="en-US" altLang="en-US" sz="2800" dirty="0">
                <a:latin typeface="Times New Roman" panose="02020603050405020304" pitchFamily="18" charset="0"/>
                <a:cs typeface="Times New Roman" panose="02020603050405020304" pitchFamily="18" charset="0"/>
              </a:rPr>
              <a:t>Inner class: A class is a member of another class.</a:t>
            </a:r>
          </a:p>
          <a:p>
            <a:pPr algn="just">
              <a:spcBef>
                <a:spcPct val="50000"/>
              </a:spcBef>
              <a:buFont typeface="Monotype Sorts"/>
              <a:buNone/>
              <a:defRPr/>
            </a:pPr>
            <a:r>
              <a:rPr lang="en-US" altLang="en-US" sz="2800" dirty="0">
                <a:latin typeface="Times New Roman" panose="02020603050405020304" pitchFamily="18" charset="0"/>
                <a:cs typeface="Times New Roman" panose="02020603050405020304" pitchFamily="18" charset="0"/>
              </a:rPr>
              <a:t>Advantages: In some applications, you can use an inner class to make programs simple.</a:t>
            </a:r>
          </a:p>
          <a:p>
            <a:pPr marL="0" indent="0" algn="just">
              <a:spcBef>
                <a:spcPct val="50000"/>
              </a:spcBef>
              <a:buFont typeface="Monotype Sorts"/>
              <a:buNone/>
              <a:defRPr/>
            </a:pPr>
            <a:r>
              <a:rPr lang="en-US" altLang="en-US" sz="2800" dirty="0">
                <a:latin typeface="Times New Roman" panose="02020603050405020304" pitchFamily="18" charset="0"/>
                <a:cs typeface="Times New Roman" panose="02020603050405020304" pitchFamily="18" charset="0"/>
              </a:rPr>
              <a:t>An inner class can reference the data and methods defined in the outer class in which it nests, so you do not need to pass the reference of the outer class to the constructor of the inner class.</a:t>
            </a:r>
          </a:p>
        </p:txBody>
      </p:sp>
      <p:sp>
        <p:nvSpPr>
          <p:cNvPr id="7" name="Rectangle 6">
            <a:hlinkClick r:id="rId2"/>
          </p:cNvPr>
          <p:cNvSpPr>
            <a:spLocks noChangeArrowheads="1"/>
          </p:cNvSpPr>
          <p:nvPr/>
        </p:nvSpPr>
        <p:spPr bwMode="auto">
          <a:xfrm>
            <a:off x="4819650" y="5467350"/>
            <a:ext cx="2324100" cy="381000"/>
          </a:xfrm>
          <a:prstGeom prst="rect">
            <a:avLst/>
          </a:prstGeom>
          <a:solidFill>
            <a:srgbClr val="92D050"/>
          </a:solidFill>
          <a:ln>
            <a:noFill/>
          </a:ln>
          <a:extLst>
            <a:ext uri="{91240B29-F687-4F45-9708-019B960494DF}">
              <a14:hiddenLine xmlns:a14="http://schemas.microsoft.com/office/drawing/2010/main" w="12700" algn="ctr">
                <a:solidFill>
                  <a:srgbClr val="000000"/>
                </a:solidFill>
                <a:round/>
                <a:headEnd type="none" w="sm" len="sm"/>
                <a:tailEnd type="none" w="sm" len="sm"/>
              </a14:hiddenLine>
            </a:ext>
          </a:extLst>
        </p:spPr>
        <p:txBody>
          <a:bodyPr/>
          <a:lstStyle>
            <a:lvl1pPr>
              <a:spcBef>
                <a:spcPct val="20000"/>
              </a:spcBef>
              <a:buClr>
                <a:schemeClr val="tx2"/>
              </a:buClr>
              <a:buSzPct val="75000"/>
              <a:buFont typeface="Monotype Sorts"/>
              <a:buChar char="F"/>
              <a:defRPr sz="3200">
                <a:solidFill>
                  <a:schemeClr val="tx1"/>
                </a:solidFill>
                <a:latin typeface="Times New Roman" pitchFamily="18" charset="0"/>
              </a:defRPr>
            </a:lvl1pPr>
            <a:lvl2pPr marL="742950" indent="-285750">
              <a:spcBef>
                <a:spcPct val="20000"/>
              </a:spcBef>
              <a:buClr>
                <a:schemeClr val="tx1"/>
              </a:buClr>
              <a:buChar char="–"/>
              <a:defRPr sz="2800">
                <a:solidFill>
                  <a:schemeClr val="tx1"/>
                </a:solidFill>
                <a:latin typeface="Times New Roman" pitchFamily="18" charset="0"/>
              </a:defRPr>
            </a:lvl2pPr>
            <a:lvl3pPr marL="1143000" indent="-228600">
              <a:spcBef>
                <a:spcPct val="20000"/>
              </a:spcBef>
              <a:buClr>
                <a:schemeClr val="accent2"/>
              </a:buClr>
              <a:buSzPct val="65000"/>
              <a:buFont typeface="Monotype Sorts"/>
              <a:buChar char="u"/>
              <a:defRPr sz="2400">
                <a:solidFill>
                  <a:schemeClr val="tx1"/>
                </a:solidFill>
                <a:latin typeface="Times New Roman" pitchFamily="18" charset="0"/>
              </a:defRPr>
            </a:lvl3pPr>
            <a:lvl4pPr marL="1600200" indent="-228600">
              <a:spcBef>
                <a:spcPct val="20000"/>
              </a:spcBef>
              <a:buClr>
                <a:schemeClr val="tx1"/>
              </a:buClr>
              <a:buChar char="–"/>
              <a:defRPr sz="2000">
                <a:solidFill>
                  <a:schemeClr val="tx1"/>
                </a:solidFill>
                <a:latin typeface="Times New Roman" pitchFamily="18" charset="0"/>
              </a:defRPr>
            </a:lvl4pPr>
            <a:lvl5pPr marL="2057400" indent="-228600">
              <a:spcBef>
                <a:spcPct val="20000"/>
              </a:spcBef>
              <a:buClr>
                <a:schemeClr val="tx2"/>
              </a:buClr>
              <a:buChar char="•"/>
              <a:defRPr sz="2000">
                <a:solidFill>
                  <a:schemeClr val="tx1"/>
                </a:solidFill>
                <a:latin typeface="Times New Roman" pitchFamily="18" charset="0"/>
              </a:defRPr>
            </a:lvl5pPr>
            <a:lvl6pPr marL="2514600" indent="-228600" eaLnBrk="0" fontAlgn="base" hangingPunct="0">
              <a:spcBef>
                <a:spcPct val="20000"/>
              </a:spcBef>
              <a:spcAft>
                <a:spcPct val="0"/>
              </a:spcAft>
              <a:buClr>
                <a:schemeClr val="tx2"/>
              </a:buClr>
              <a:buChar char="•"/>
              <a:defRPr sz="2000">
                <a:solidFill>
                  <a:schemeClr val="tx1"/>
                </a:solidFill>
                <a:latin typeface="Times New Roman" pitchFamily="18" charset="0"/>
              </a:defRPr>
            </a:lvl6pPr>
            <a:lvl7pPr marL="2971800" indent="-228600" eaLnBrk="0" fontAlgn="base" hangingPunct="0">
              <a:spcBef>
                <a:spcPct val="20000"/>
              </a:spcBef>
              <a:spcAft>
                <a:spcPct val="0"/>
              </a:spcAft>
              <a:buClr>
                <a:schemeClr val="tx2"/>
              </a:buClr>
              <a:buChar char="•"/>
              <a:defRPr sz="2000">
                <a:solidFill>
                  <a:schemeClr val="tx1"/>
                </a:solidFill>
                <a:latin typeface="Times New Roman" pitchFamily="18" charset="0"/>
              </a:defRPr>
            </a:lvl7pPr>
            <a:lvl8pPr marL="3429000" indent="-228600" eaLnBrk="0" fontAlgn="base" hangingPunct="0">
              <a:spcBef>
                <a:spcPct val="20000"/>
              </a:spcBef>
              <a:spcAft>
                <a:spcPct val="0"/>
              </a:spcAft>
              <a:buClr>
                <a:schemeClr val="tx2"/>
              </a:buClr>
              <a:buChar char="•"/>
              <a:defRPr sz="2000">
                <a:solidFill>
                  <a:schemeClr val="tx1"/>
                </a:solidFill>
                <a:latin typeface="Times New Roman" pitchFamily="18" charset="0"/>
              </a:defRPr>
            </a:lvl8pPr>
            <a:lvl9pPr marL="3886200" indent="-228600" eaLnBrk="0" fontAlgn="base" hangingPunct="0">
              <a:spcBef>
                <a:spcPct val="20000"/>
              </a:spcBef>
              <a:spcAft>
                <a:spcPct val="0"/>
              </a:spcAft>
              <a:buClr>
                <a:schemeClr val="tx2"/>
              </a:buClr>
              <a:buChar char="•"/>
              <a:defRPr sz="2000">
                <a:solidFill>
                  <a:schemeClr val="tx1"/>
                </a:solidFill>
                <a:latin typeface="Times New Roman" pitchFamily="18" charset="0"/>
              </a:defRPr>
            </a:lvl9pPr>
          </a:lstStyle>
          <a:p>
            <a:pPr algn="ctr">
              <a:spcBef>
                <a:spcPct val="0"/>
              </a:spcBef>
              <a:buClrTx/>
              <a:buSzTx/>
              <a:buFontTx/>
              <a:buNone/>
            </a:pPr>
            <a:r>
              <a:rPr lang="en-US" altLang="en-US" sz="2000" dirty="0" err="1"/>
              <a:t>ShowInnerClass</a:t>
            </a:r>
            <a:endParaRPr lang="en-US" altLang="en-US" sz="2000" dirty="0"/>
          </a:p>
        </p:txBody>
      </p:sp>
    </p:spTree>
  </p:cSld>
  <p:clrMapOvr>
    <a:masterClrMapping/>
  </p:clrMapOvr>
  <p:transition>
    <p:wipe dir="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533400" y="685800"/>
            <a:ext cx="6477000" cy="5016500"/>
          </a:xfrm>
          <a:prstGeom prst="rect">
            <a:avLst/>
          </a:prstGeom>
          <a:ln>
            <a:solidFill>
              <a:schemeClr val="bg1">
                <a:lumMod val="75000"/>
              </a:schemeClr>
            </a:solidFill>
          </a:ln>
        </p:spPr>
        <p:txBody>
          <a:bodyPr>
            <a:spAutoFit/>
          </a:bodyPr>
          <a:lstStyle/>
          <a:p>
            <a:pPr>
              <a:defRPr/>
            </a:pPr>
            <a:r>
              <a:rPr lang="en-US" sz="1600" dirty="0">
                <a:latin typeface="Times New Roman" charset="0"/>
                <a:ea typeface="ＭＳ Ｐゴシック" charset="0"/>
                <a:cs typeface="ＭＳ Ｐゴシック" charset="0"/>
              </a:rPr>
              <a:t>// </a:t>
            </a:r>
            <a:r>
              <a:rPr lang="en-US" sz="1600" dirty="0" err="1">
                <a:latin typeface="Times New Roman" charset="0"/>
                <a:ea typeface="ＭＳ Ｐゴシック" charset="0"/>
                <a:cs typeface="ＭＳ Ｐゴシック" charset="0"/>
              </a:rPr>
              <a:t>ShowInnerClass.java</a:t>
            </a:r>
            <a:r>
              <a:rPr lang="en-US" sz="1600" dirty="0">
                <a:latin typeface="Times New Roman" charset="0"/>
                <a:ea typeface="ＭＳ Ｐゴシック" charset="0"/>
                <a:cs typeface="ＭＳ Ｐゴシック" charset="0"/>
              </a:rPr>
              <a:t>: Demonstrate using inner classes</a:t>
            </a:r>
          </a:p>
          <a:p>
            <a:pPr>
              <a:defRPr/>
            </a:pPr>
            <a:r>
              <a:rPr lang="en-US" sz="1600" dirty="0">
                <a:latin typeface="Times New Roman" charset="0"/>
                <a:ea typeface="ＭＳ Ｐゴシック" charset="0"/>
                <a:cs typeface="ＭＳ Ｐゴシック" charset="0"/>
              </a:rPr>
              <a:t>public class </a:t>
            </a:r>
            <a:r>
              <a:rPr lang="en-US" sz="1600" dirty="0" err="1">
                <a:latin typeface="Times New Roman" charset="0"/>
                <a:ea typeface="ＭＳ Ｐゴシック" charset="0"/>
                <a:cs typeface="ＭＳ Ｐゴシック" charset="0"/>
              </a:rPr>
              <a:t>ShowInnerClass</a:t>
            </a:r>
            <a:r>
              <a:rPr lang="en-US" sz="1600" dirty="0">
                <a:latin typeface="Times New Roman" charset="0"/>
                <a:ea typeface="ＭＳ Ｐゴシック" charset="0"/>
                <a:cs typeface="ＭＳ Ｐゴシック" charset="0"/>
              </a:rPr>
              <a:t> {</a:t>
            </a:r>
          </a:p>
          <a:p>
            <a:pPr lvl="1">
              <a:defRPr/>
            </a:pPr>
            <a:r>
              <a:rPr lang="en-US" sz="1600" dirty="0">
                <a:latin typeface="Times New Roman" charset="0"/>
                <a:ea typeface="ＭＳ Ｐゴシック" charset="0"/>
                <a:cs typeface="ＭＳ Ｐゴシック" charset="0"/>
              </a:rPr>
              <a:t>  private </a:t>
            </a:r>
            <a:r>
              <a:rPr lang="en-US" sz="1600" dirty="0" err="1">
                <a:latin typeface="Times New Roman" charset="0"/>
                <a:ea typeface="ＭＳ Ｐゴシック" charset="0"/>
                <a:cs typeface="ＭＳ Ｐゴシック" charset="0"/>
              </a:rPr>
              <a:t>int</a:t>
            </a:r>
            <a:r>
              <a:rPr lang="en-US" sz="1600" dirty="0">
                <a:latin typeface="Times New Roman" charset="0"/>
                <a:ea typeface="ＭＳ Ｐゴシック" charset="0"/>
                <a:cs typeface="ＭＳ Ｐゴシック" charset="0"/>
              </a:rPr>
              <a:t> data;</a:t>
            </a:r>
          </a:p>
          <a:p>
            <a:pPr lvl="1">
              <a:defRPr/>
            </a:pPr>
            <a:endParaRPr lang="en-US" sz="1600" dirty="0">
              <a:latin typeface="Times New Roman" charset="0"/>
              <a:ea typeface="ＭＳ Ｐゴシック" charset="0"/>
              <a:cs typeface="ＭＳ Ｐゴシック" charset="0"/>
            </a:endParaRPr>
          </a:p>
          <a:p>
            <a:pPr lvl="1">
              <a:defRPr/>
            </a:pPr>
            <a:r>
              <a:rPr lang="en-US" sz="1600" dirty="0">
                <a:latin typeface="Times New Roman" charset="0"/>
                <a:ea typeface="ＭＳ Ｐゴシック" charset="0"/>
                <a:cs typeface="ＭＳ Ｐゴシック" charset="0"/>
              </a:rPr>
              <a:t>  /** A method in the outer class */</a:t>
            </a:r>
          </a:p>
          <a:p>
            <a:pPr lvl="1">
              <a:defRPr/>
            </a:pPr>
            <a:r>
              <a:rPr lang="en-US" sz="1600" dirty="0">
                <a:latin typeface="Times New Roman" charset="0"/>
                <a:ea typeface="ＭＳ Ｐゴシック" charset="0"/>
                <a:cs typeface="ＭＳ Ｐゴシック" charset="0"/>
              </a:rPr>
              <a:t>  public void m() {</a:t>
            </a:r>
          </a:p>
          <a:p>
            <a:pPr lvl="2">
              <a:defRPr/>
            </a:pPr>
            <a:r>
              <a:rPr lang="en-US" sz="1600" dirty="0">
                <a:latin typeface="Times New Roman" charset="0"/>
                <a:ea typeface="ＭＳ Ｐゴシック" charset="0"/>
                <a:cs typeface="ＭＳ Ｐゴシック" charset="0"/>
              </a:rPr>
              <a:t>    // Do something</a:t>
            </a:r>
          </a:p>
          <a:p>
            <a:pPr lvl="2">
              <a:defRPr/>
            </a:pPr>
            <a:r>
              <a:rPr lang="en-US" sz="1600" dirty="0">
                <a:latin typeface="Times New Roman" charset="0"/>
                <a:ea typeface="ＭＳ Ｐゴシック" charset="0"/>
                <a:cs typeface="ＭＳ Ｐゴシック" charset="0"/>
              </a:rPr>
              <a:t>    </a:t>
            </a:r>
            <a:r>
              <a:rPr lang="en-US" sz="1600" dirty="0" err="1">
                <a:latin typeface="Times New Roman" charset="0"/>
                <a:ea typeface="ＭＳ Ｐゴシック" charset="0"/>
                <a:cs typeface="ＭＳ Ｐゴシック" charset="0"/>
              </a:rPr>
              <a:t>InnerClass</a:t>
            </a:r>
            <a:r>
              <a:rPr lang="en-US" sz="1600" dirty="0">
                <a:latin typeface="Times New Roman" charset="0"/>
                <a:ea typeface="ＭＳ Ｐゴシック" charset="0"/>
                <a:cs typeface="ＭＳ Ｐゴシック" charset="0"/>
              </a:rPr>
              <a:t> instance = new </a:t>
            </a:r>
            <a:r>
              <a:rPr lang="en-US" sz="1600" dirty="0" err="1">
                <a:latin typeface="Times New Roman" charset="0"/>
                <a:ea typeface="ＭＳ Ｐゴシック" charset="0"/>
                <a:cs typeface="ＭＳ Ｐゴシック" charset="0"/>
              </a:rPr>
              <a:t>InnerClass</a:t>
            </a:r>
            <a:r>
              <a:rPr lang="en-US" sz="1600" dirty="0">
                <a:latin typeface="Times New Roman" charset="0"/>
                <a:ea typeface="ＭＳ Ｐゴシック" charset="0"/>
                <a:cs typeface="ＭＳ Ｐゴシック" charset="0"/>
              </a:rPr>
              <a:t>();</a:t>
            </a:r>
          </a:p>
          <a:p>
            <a:pPr lvl="1">
              <a:defRPr/>
            </a:pPr>
            <a:r>
              <a:rPr lang="en-US" sz="1600" dirty="0">
                <a:latin typeface="Times New Roman" charset="0"/>
                <a:ea typeface="ＭＳ Ｐゴシック" charset="0"/>
                <a:cs typeface="ＭＳ Ｐゴシック" charset="0"/>
              </a:rPr>
              <a:t>  }</a:t>
            </a:r>
          </a:p>
          <a:p>
            <a:pPr lvl="1">
              <a:defRPr/>
            </a:pPr>
            <a:endParaRPr lang="en-US" sz="1600" dirty="0">
              <a:latin typeface="Times New Roman" charset="0"/>
              <a:ea typeface="ＭＳ Ｐゴシック" charset="0"/>
              <a:cs typeface="ＭＳ Ｐゴシック" charset="0"/>
            </a:endParaRPr>
          </a:p>
          <a:p>
            <a:pPr lvl="1">
              <a:defRPr/>
            </a:pPr>
            <a:r>
              <a:rPr lang="en-US" sz="1600" dirty="0">
                <a:latin typeface="Times New Roman" charset="0"/>
                <a:ea typeface="ＭＳ Ｐゴシック" charset="0"/>
                <a:cs typeface="ＭＳ Ｐゴシック" charset="0"/>
              </a:rPr>
              <a:t>  // An inner class</a:t>
            </a:r>
          </a:p>
          <a:p>
            <a:pPr lvl="1">
              <a:defRPr/>
            </a:pPr>
            <a:r>
              <a:rPr lang="en-US" sz="1600" dirty="0">
                <a:latin typeface="Times New Roman" charset="0"/>
                <a:ea typeface="ＭＳ Ｐゴシック" charset="0"/>
                <a:cs typeface="ＭＳ Ｐゴシック" charset="0"/>
              </a:rPr>
              <a:t>  class </a:t>
            </a:r>
            <a:r>
              <a:rPr lang="en-US" sz="1600" dirty="0" err="1">
                <a:latin typeface="Times New Roman" charset="0"/>
                <a:ea typeface="ＭＳ Ｐゴシック" charset="0"/>
                <a:cs typeface="ＭＳ Ｐゴシック" charset="0"/>
              </a:rPr>
              <a:t>InnerClass</a:t>
            </a:r>
            <a:r>
              <a:rPr lang="en-US" sz="1600" dirty="0">
                <a:latin typeface="Times New Roman" charset="0"/>
                <a:ea typeface="ＭＳ Ｐゴシック" charset="0"/>
                <a:cs typeface="ＭＳ Ｐゴシック" charset="0"/>
              </a:rPr>
              <a:t> {</a:t>
            </a:r>
          </a:p>
          <a:p>
            <a:pPr lvl="2">
              <a:defRPr/>
            </a:pPr>
            <a:r>
              <a:rPr lang="en-US" sz="1600" dirty="0">
                <a:latin typeface="Times New Roman" charset="0"/>
                <a:ea typeface="ＭＳ Ｐゴシック" charset="0"/>
                <a:cs typeface="ＭＳ Ｐゴシック" charset="0"/>
              </a:rPr>
              <a:t>    /** A method in the inner class */</a:t>
            </a:r>
          </a:p>
          <a:p>
            <a:pPr lvl="2">
              <a:defRPr/>
            </a:pPr>
            <a:r>
              <a:rPr lang="en-US" sz="1600" dirty="0">
                <a:latin typeface="Times New Roman" charset="0"/>
                <a:ea typeface="ＭＳ Ｐゴシック" charset="0"/>
                <a:cs typeface="ＭＳ Ｐゴシック" charset="0"/>
              </a:rPr>
              <a:t>    public void mi() {</a:t>
            </a:r>
          </a:p>
          <a:p>
            <a:pPr lvl="2">
              <a:defRPr/>
            </a:pPr>
            <a:r>
              <a:rPr lang="en-US" sz="1600" dirty="0">
                <a:latin typeface="Times New Roman" charset="0"/>
                <a:ea typeface="ＭＳ Ｐゴシック" charset="0"/>
                <a:cs typeface="ＭＳ Ｐゴシック" charset="0"/>
              </a:rPr>
              <a:t>      // Directly reference data and method defined in its outer class</a:t>
            </a:r>
          </a:p>
          <a:p>
            <a:pPr lvl="2">
              <a:defRPr/>
            </a:pPr>
            <a:r>
              <a:rPr lang="nl-NL" sz="1600" dirty="0">
                <a:latin typeface="Times New Roman" charset="0"/>
                <a:ea typeface="ＭＳ Ｐゴシック" charset="0"/>
                <a:cs typeface="ＭＳ Ｐゴシック" charset="0"/>
              </a:rPr>
              <a:t>      data++;</a:t>
            </a:r>
          </a:p>
          <a:p>
            <a:pPr lvl="2">
              <a:defRPr/>
            </a:pPr>
            <a:r>
              <a:rPr lang="nl-NL" sz="1600" dirty="0">
                <a:latin typeface="Times New Roman" charset="0"/>
                <a:ea typeface="ＭＳ Ｐゴシック" charset="0"/>
                <a:cs typeface="ＭＳ Ｐゴシック" charset="0"/>
              </a:rPr>
              <a:t>      m();</a:t>
            </a:r>
          </a:p>
          <a:p>
            <a:pPr lvl="2">
              <a:defRPr/>
            </a:pPr>
            <a:r>
              <a:rPr lang="nl-NL" sz="1600" dirty="0">
                <a:latin typeface="Times New Roman" charset="0"/>
                <a:ea typeface="ＭＳ Ｐゴシック" charset="0"/>
                <a:cs typeface="ＭＳ Ｐゴシック" charset="0"/>
              </a:rPr>
              <a:t>    }</a:t>
            </a:r>
          </a:p>
          <a:p>
            <a:pPr lvl="1">
              <a:defRPr/>
            </a:pPr>
            <a:r>
              <a:rPr lang="nl-NL" sz="1600" dirty="0">
                <a:latin typeface="Times New Roman" charset="0"/>
                <a:ea typeface="ＭＳ Ｐゴシック" charset="0"/>
                <a:cs typeface="ＭＳ Ｐゴシック" charset="0"/>
              </a:rPr>
              <a:t>  }</a:t>
            </a:r>
          </a:p>
          <a:p>
            <a:pPr>
              <a:defRPr/>
            </a:pPr>
            <a:r>
              <a:rPr lang="nl-NL" sz="1600" dirty="0">
                <a:latin typeface="Times New Roman" charset="0"/>
                <a:ea typeface="ＭＳ Ｐゴシック" charset="0"/>
                <a:cs typeface="ＭＳ Ｐゴシック" charset="0"/>
              </a:rPr>
              <a:t>}</a:t>
            </a:r>
            <a:endParaRPr lang="en-US" sz="1600" dirty="0">
              <a:latin typeface="Times New Roman" charset="0"/>
              <a:ea typeface="ＭＳ Ｐゴシック" charset="0"/>
              <a:cs typeface="ＭＳ Ｐゴシック" charset="0"/>
            </a:endParaRPr>
          </a:p>
        </p:txBody>
      </p:sp>
    </p:spTree>
  </p:cSld>
  <p:clrMapOvr>
    <a:masterClrMapping/>
  </p:clrMapOvr>
  <p:transition>
    <p:random/>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1" name="Rectangle 2"/>
          <p:cNvSpPr>
            <a:spLocks noGrp="1" noChangeArrowheads="1"/>
          </p:cNvSpPr>
          <p:nvPr>
            <p:ph type="title"/>
          </p:nvPr>
        </p:nvSpPr>
        <p:spPr>
          <a:xfrm>
            <a:off x="685800" y="304800"/>
            <a:ext cx="7772400" cy="609600"/>
          </a:xfrm>
        </p:spPr>
        <p:txBody>
          <a:bodyPr/>
          <a:lstStyle/>
          <a:p>
            <a:pPr algn="ctr">
              <a:defRPr/>
            </a:pPr>
            <a:r>
              <a:rPr lang="en-US" sz="4000" b="1" dirty="0">
                <a:solidFill>
                  <a:schemeClr val="tx1"/>
                </a:solidFill>
                <a:latin typeface="Times New Roman" panose="02020603050405020304" pitchFamily="18" charset="0"/>
                <a:ea typeface="ＭＳ Ｐゴシック" charset="0"/>
                <a:cs typeface="Times New Roman" panose="02020603050405020304" pitchFamily="18" charset="0"/>
              </a:rPr>
              <a:t>Inner Classes, cont.</a:t>
            </a:r>
          </a:p>
        </p:txBody>
      </p:sp>
      <p:sp>
        <p:nvSpPr>
          <p:cNvPr id="22532" name="Rectangle 7"/>
          <p:cNvSpPr>
            <a:spLocks noChangeArrowheads="1"/>
          </p:cNvSpPr>
          <p:nvPr/>
        </p:nvSpPr>
        <p:spPr bwMode="auto">
          <a:xfrm>
            <a:off x="0" y="217170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spAutoFit/>
          </a:bodyPr>
          <a:lstStyle/>
          <a:p>
            <a:pPr>
              <a:defRPr/>
            </a:pPr>
            <a:endParaRPr lang="en-US">
              <a:latin typeface="Times New Roman" charset="0"/>
              <a:ea typeface="ＭＳ Ｐゴシック" charset="0"/>
              <a:cs typeface="ＭＳ Ｐゴシック" charset="0"/>
            </a:endParaRPr>
          </a:p>
        </p:txBody>
      </p:sp>
      <p:pic>
        <p:nvPicPr>
          <p:cNvPr id="80901" name="Picture 7"/>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2400" y="1066800"/>
            <a:ext cx="8763000" cy="516572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Lst>
        </p:spPr>
      </p:pic>
    </p:spTree>
  </p:cSld>
  <p:clrMapOvr>
    <a:masterClrMapping/>
  </p:clrMapOvr>
  <p:transition>
    <p:wipe dir="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5" name="Rectangle 2"/>
          <p:cNvSpPr>
            <a:spLocks noGrp="1" noChangeArrowheads="1"/>
          </p:cNvSpPr>
          <p:nvPr>
            <p:ph type="title"/>
          </p:nvPr>
        </p:nvSpPr>
        <p:spPr>
          <a:xfrm>
            <a:off x="685800" y="0"/>
            <a:ext cx="7772400" cy="1428750"/>
          </a:xfrm>
        </p:spPr>
        <p:txBody>
          <a:bodyPr/>
          <a:lstStyle/>
          <a:p>
            <a:pPr algn="ctr">
              <a:defRPr/>
            </a:pPr>
            <a:r>
              <a:rPr lang="en-US" sz="4800" b="1">
                <a:solidFill>
                  <a:schemeClr val="tx1"/>
                </a:solidFill>
                <a:latin typeface="Times New Roman" panose="02020603050405020304" pitchFamily="18" charset="0"/>
                <a:ea typeface="ＭＳ Ｐゴシック" charset="0"/>
                <a:cs typeface="Times New Roman" panose="02020603050405020304" pitchFamily="18" charset="0"/>
              </a:rPr>
              <a:t>Inner Classes (cont.)</a:t>
            </a:r>
          </a:p>
        </p:txBody>
      </p:sp>
      <p:sp>
        <p:nvSpPr>
          <p:cNvPr id="23556" name="Rectangle 3"/>
          <p:cNvSpPr>
            <a:spLocks noGrp="1" noChangeArrowheads="1"/>
          </p:cNvSpPr>
          <p:nvPr>
            <p:ph idx="1"/>
          </p:nvPr>
        </p:nvSpPr>
        <p:spPr>
          <a:xfrm>
            <a:off x="685800" y="1371600"/>
            <a:ext cx="7467600" cy="4953000"/>
          </a:xfrm>
        </p:spPr>
        <p:txBody>
          <a:bodyPr/>
          <a:lstStyle/>
          <a:p>
            <a:pPr marL="0" indent="0">
              <a:spcBef>
                <a:spcPct val="50000"/>
              </a:spcBef>
              <a:buFont typeface="Monotype Sorts" charset="0"/>
              <a:buNone/>
              <a:defRPr/>
            </a:pPr>
            <a:r>
              <a:rPr lang="en-US" sz="3200" dirty="0">
                <a:latin typeface="Times New Roman" panose="02020603050405020304" pitchFamily="18" charset="0"/>
                <a:ea typeface="ＭＳ Ｐゴシック" charset="0"/>
                <a:cs typeface="Times New Roman" panose="02020603050405020304" pitchFamily="18" charset="0"/>
              </a:rPr>
              <a:t>Inner classes can make programs simple and concise. </a:t>
            </a:r>
          </a:p>
          <a:p>
            <a:pPr marL="0" indent="0">
              <a:spcBef>
                <a:spcPct val="50000"/>
              </a:spcBef>
              <a:buFont typeface="Monotype Sorts" charset="0"/>
              <a:buNone/>
              <a:defRPr/>
            </a:pPr>
            <a:r>
              <a:rPr lang="en-US" sz="3200" dirty="0">
                <a:latin typeface="Times New Roman" panose="02020603050405020304" pitchFamily="18" charset="0"/>
                <a:ea typeface="ＭＳ Ｐゴシック" charset="0"/>
                <a:cs typeface="Times New Roman" panose="02020603050405020304" pitchFamily="18" charset="0"/>
              </a:rPr>
              <a:t>An inner class supports the work of its containing outer class and is compiled into a class named </a:t>
            </a:r>
            <a:r>
              <a:rPr lang="en-US" sz="3200" i="1" dirty="0" err="1">
                <a:latin typeface="Times New Roman" panose="02020603050405020304" pitchFamily="18" charset="0"/>
                <a:ea typeface="ＭＳ Ｐゴシック" charset="0"/>
                <a:cs typeface="Times New Roman" panose="02020603050405020304" pitchFamily="18" charset="0"/>
              </a:rPr>
              <a:t>OuterClassName</a:t>
            </a:r>
            <a:r>
              <a:rPr lang="en-US" sz="3200" dirty="0" err="1">
                <a:latin typeface="Times New Roman" panose="02020603050405020304" pitchFamily="18" charset="0"/>
                <a:ea typeface="ＭＳ Ｐゴシック" charset="0"/>
                <a:cs typeface="Times New Roman" panose="02020603050405020304" pitchFamily="18" charset="0"/>
              </a:rPr>
              <a:t>$</a:t>
            </a:r>
            <a:r>
              <a:rPr lang="en-US" sz="3200" i="1" dirty="0" err="1">
                <a:latin typeface="Times New Roman" panose="02020603050405020304" pitchFamily="18" charset="0"/>
                <a:ea typeface="ＭＳ Ｐゴシック" charset="0"/>
                <a:cs typeface="Times New Roman" panose="02020603050405020304" pitchFamily="18" charset="0"/>
              </a:rPr>
              <a:t>InnerClassName</a:t>
            </a:r>
            <a:r>
              <a:rPr lang="en-US" sz="3200" dirty="0" err="1">
                <a:latin typeface="Times New Roman" panose="02020603050405020304" pitchFamily="18" charset="0"/>
                <a:ea typeface="ＭＳ Ｐゴシック" charset="0"/>
                <a:cs typeface="Times New Roman" panose="02020603050405020304" pitchFamily="18" charset="0"/>
              </a:rPr>
              <a:t>.class</a:t>
            </a:r>
            <a:r>
              <a:rPr lang="en-US" sz="3200" dirty="0">
                <a:latin typeface="Times New Roman" panose="02020603050405020304" pitchFamily="18" charset="0"/>
                <a:ea typeface="ＭＳ Ｐゴシック" charset="0"/>
                <a:cs typeface="Times New Roman" panose="02020603050405020304" pitchFamily="18" charset="0"/>
              </a:rPr>
              <a:t>. For example, the inner class </a:t>
            </a:r>
            <a:r>
              <a:rPr lang="en-US" sz="3200" dirty="0" err="1">
                <a:latin typeface="Times New Roman" panose="02020603050405020304" pitchFamily="18" charset="0"/>
                <a:ea typeface="ＭＳ Ｐゴシック" charset="0"/>
                <a:cs typeface="Times New Roman" panose="02020603050405020304" pitchFamily="18" charset="0"/>
              </a:rPr>
              <a:t>InnerClass</a:t>
            </a:r>
            <a:r>
              <a:rPr lang="en-US" sz="3200" dirty="0">
                <a:latin typeface="Times New Roman" panose="02020603050405020304" pitchFamily="18" charset="0"/>
                <a:ea typeface="ＭＳ Ｐゴシック" charset="0"/>
                <a:cs typeface="Times New Roman" panose="02020603050405020304" pitchFamily="18" charset="0"/>
              </a:rPr>
              <a:t> in </a:t>
            </a:r>
            <a:r>
              <a:rPr lang="en-US" sz="3200" dirty="0" err="1">
                <a:latin typeface="Times New Roman" panose="02020603050405020304" pitchFamily="18" charset="0"/>
                <a:ea typeface="ＭＳ Ｐゴシック" charset="0"/>
                <a:cs typeface="Times New Roman" panose="02020603050405020304" pitchFamily="18" charset="0"/>
              </a:rPr>
              <a:t>OuterClass</a:t>
            </a:r>
            <a:r>
              <a:rPr lang="en-US" sz="3200" dirty="0">
                <a:latin typeface="Times New Roman" panose="02020603050405020304" pitchFamily="18" charset="0"/>
                <a:ea typeface="ＭＳ Ｐゴシック" charset="0"/>
                <a:cs typeface="Times New Roman" panose="02020603050405020304" pitchFamily="18" charset="0"/>
              </a:rPr>
              <a:t> is compiled into </a:t>
            </a:r>
            <a:r>
              <a:rPr lang="en-US" sz="3200" i="1" dirty="0" err="1">
                <a:latin typeface="Times New Roman" panose="02020603050405020304" pitchFamily="18" charset="0"/>
                <a:ea typeface="ＭＳ Ｐゴシック" charset="0"/>
                <a:cs typeface="Times New Roman" panose="02020603050405020304" pitchFamily="18" charset="0"/>
              </a:rPr>
              <a:t>OuterClass$InnerClass</a:t>
            </a:r>
            <a:r>
              <a:rPr lang="en-US" sz="3200" dirty="0" err="1">
                <a:latin typeface="Times New Roman" panose="02020603050405020304" pitchFamily="18" charset="0"/>
                <a:ea typeface="ＭＳ Ｐゴシック" charset="0"/>
                <a:cs typeface="Times New Roman" panose="02020603050405020304" pitchFamily="18" charset="0"/>
              </a:rPr>
              <a:t>.class</a:t>
            </a:r>
            <a:r>
              <a:rPr lang="en-US" sz="3200" dirty="0">
                <a:latin typeface="Times New Roman" panose="02020603050405020304" pitchFamily="18" charset="0"/>
                <a:ea typeface="ＭＳ Ｐゴシック" charset="0"/>
                <a:cs typeface="Times New Roman" panose="02020603050405020304" pitchFamily="18" charset="0"/>
              </a:rPr>
              <a:t>.</a:t>
            </a:r>
          </a:p>
        </p:txBody>
      </p:sp>
    </p:spTree>
  </p:cSld>
  <p:clrMapOvr>
    <a:masterClrMapping/>
  </p:clrMapOvr>
  <p:transition>
    <p:wipe dir="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9" name="Rectangle 2"/>
          <p:cNvSpPr>
            <a:spLocks noGrp="1" noChangeArrowheads="1"/>
          </p:cNvSpPr>
          <p:nvPr>
            <p:ph type="title"/>
          </p:nvPr>
        </p:nvSpPr>
        <p:spPr>
          <a:xfrm>
            <a:off x="685800" y="0"/>
            <a:ext cx="7772400" cy="1428750"/>
          </a:xfrm>
        </p:spPr>
        <p:txBody>
          <a:bodyPr/>
          <a:lstStyle/>
          <a:p>
            <a:pPr algn="ctr">
              <a:defRPr/>
            </a:pPr>
            <a:r>
              <a:rPr lang="en-US" sz="4800" b="1" dirty="0">
                <a:solidFill>
                  <a:schemeClr val="tx1"/>
                </a:solidFill>
                <a:latin typeface="Times New Roman" panose="02020603050405020304" pitchFamily="18" charset="0"/>
                <a:ea typeface="ＭＳ Ｐゴシック" charset="0"/>
                <a:cs typeface="Times New Roman" panose="02020603050405020304" pitchFamily="18" charset="0"/>
              </a:rPr>
              <a:t>Inner Classes (cont.)</a:t>
            </a:r>
          </a:p>
        </p:txBody>
      </p:sp>
      <p:sp>
        <p:nvSpPr>
          <p:cNvPr id="24580" name="Rectangle 3"/>
          <p:cNvSpPr>
            <a:spLocks noGrp="1" noChangeArrowheads="1"/>
          </p:cNvSpPr>
          <p:nvPr>
            <p:ph idx="1"/>
          </p:nvPr>
        </p:nvSpPr>
        <p:spPr>
          <a:xfrm>
            <a:off x="685800" y="1371600"/>
            <a:ext cx="7467600" cy="4953000"/>
          </a:xfrm>
        </p:spPr>
        <p:txBody>
          <a:bodyPr/>
          <a:lstStyle/>
          <a:p>
            <a:pPr>
              <a:spcBef>
                <a:spcPct val="50000"/>
              </a:spcBef>
              <a:buFont typeface="Wingdings" charset="0"/>
              <a:buChar char="q"/>
              <a:defRPr/>
            </a:pPr>
            <a:r>
              <a:rPr lang="en-US" sz="3200" dirty="0">
                <a:latin typeface="Times New Roman" panose="02020603050405020304" pitchFamily="18" charset="0"/>
                <a:ea typeface="ＭＳ Ｐゴシック" charset="0"/>
                <a:cs typeface="Times New Roman" panose="02020603050405020304" pitchFamily="18" charset="0"/>
              </a:rPr>
              <a:t>An inner class can be declared public, protected, or private subject to the same visibility rules applied to a member of the class. </a:t>
            </a:r>
          </a:p>
          <a:p>
            <a:pPr>
              <a:spcBef>
                <a:spcPct val="50000"/>
              </a:spcBef>
              <a:buFont typeface="Wingdings" charset="0"/>
              <a:buChar char="q"/>
              <a:defRPr/>
            </a:pPr>
            <a:r>
              <a:rPr lang="en-US" sz="3200" dirty="0">
                <a:latin typeface="Times New Roman" panose="02020603050405020304" pitchFamily="18" charset="0"/>
                <a:ea typeface="ＭＳ Ｐゴシック" charset="0"/>
                <a:cs typeface="Times New Roman" panose="02020603050405020304" pitchFamily="18" charset="0"/>
              </a:rPr>
              <a:t>An inner class can be declared static. A static inner class can be accessed using the outer class name. A static inner class cannot access </a:t>
            </a:r>
            <a:r>
              <a:rPr lang="en-US" sz="3200" dirty="0" err="1">
                <a:latin typeface="Times New Roman" panose="02020603050405020304" pitchFamily="18" charset="0"/>
                <a:ea typeface="ＭＳ Ｐゴシック" charset="0"/>
                <a:cs typeface="Times New Roman" panose="02020603050405020304" pitchFamily="18" charset="0"/>
              </a:rPr>
              <a:t>nonstatic</a:t>
            </a:r>
            <a:r>
              <a:rPr lang="en-US" sz="3200" dirty="0">
                <a:latin typeface="Times New Roman" panose="02020603050405020304" pitchFamily="18" charset="0"/>
                <a:ea typeface="ＭＳ Ｐゴシック" charset="0"/>
                <a:cs typeface="Times New Roman" panose="02020603050405020304" pitchFamily="18" charset="0"/>
              </a:rPr>
              <a:t> members of the outer class </a:t>
            </a:r>
          </a:p>
        </p:txBody>
      </p:sp>
    </p:spTree>
  </p:cSld>
  <p:clrMapOvr>
    <a:masterClrMapping/>
  </p:clrMapOvr>
  <p:transition>
    <p:wipe dir="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3" name="Rectangle 2"/>
          <p:cNvSpPr>
            <a:spLocks noGrp="1" noChangeArrowheads="1"/>
          </p:cNvSpPr>
          <p:nvPr>
            <p:ph type="title"/>
          </p:nvPr>
        </p:nvSpPr>
        <p:spPr>
          <a:xfrm>
            <a:off x="685800" y="381000"/>
            <a:ext cx="7772400" cy="666750"/>
          </a:xfrm>
        </p:spPr>
        <p:txBody>
          <a:bodyPr/>
          <a:lstStyle/>
          <a:p>
            <a:pPr algn="ctr">
              <a:defRPr/>
            </a:pPr>
            <a:r>
              <a:rPr lang="en-US" sz="4400" b="1" dirty="0">
                <a:solidFill>
                  <a:schemeClr val="tx1"/>
                </a:solidFill>
                <a:latin typeface="Times New Roman" panose="02020603050405020304" pitchFamily="18" charset="0"/>
                <a:ea typeface="ＭＳ Ｐゴシック" charset="0"/>
                <a:cs typeface="Times New Roman" panose="02020603050405020304" pitchFamily="18" charset="0"/>
              </a:rPr>
              <a:t>Anonymous Inner Classes</a:t>
            </a:r>
          </a:p>
        </p:txBody>
      </p:sp>
      <p:sp>
        <p:nvSpPr>
          <p:cNvPr id="25604" name="Rectangle 3"/>
          <p:cNvSpPr>
            <a:spLocks noGrp="1" noChangeArrowheads="1"/>
          </p:cNvSpPr>
          <p:nvPr>
            <p:ph idx="1"/>
          </p:nvPr>
        </p:nvSpPr>
        <p:spPr>
          <a:xfrm>
            <a:off x="304800" y="1295400"/>
            <a:ext cx="8382000" cy="4953000"/>
          </a:xfrm>
        </p:spPr>
        <p:txBody>
          <a:bodyPr/>
          <a:lstStyle/>
          <a:p>
            <a:pPr algn="just">
              <a:buFont typeface="Wingdings" charset="0"/>
              <a:buChar char="q"/>
              <a:defRPr/>
            </a:pPr>
            <a:r>
              <a:rPr lang="en-US" sz="2400" dirty="0">
                <a:latin typeface="Times New Roman" panose="02020603050405020304" pitchFamily="18" charset="0"/>
                <a:ea typeface="ＭＳ Ｐゴシック" charset="0"/>
                <a:cs typeface="Times New Roman" panose="02020603050405020304" pitchFamily="18" charset="0"/>
              </a:rPr>
              <a:t>An anonymous inner class must always extend a superclass or implement an interface, but it cannot have an explicit extends or implements clause. </a:t>
            </a:r>
          </a:p>
          <a:p>
            <a:pPr algn="just">
              <a:buFont typeface="Wingdings" charset="0"/>
              <a:buChar char="q"/>
              <a:defRPr/>
            </a:pPr>
            <a:r>
              <a:rPr lang="en-US" sz="2400" dirty="0">
                <a:latin typeface="Times New Roman" panose="02020603050405020304" pitchFamily="18" charset="0"/>
                <a:ea typeface="ＭＳ Ｐゴシック" charset="0"/>
                <a:cs typeface="Times New Roman" panose="02020603050405020304" pitchFamily="18" charset="0"/>
              </a:rPr>
              <a:t>An anonymous inner class must implement all the abstract methods in the superclass or in the interface. </a:t>
            </a:r>
          </a:p>
          <a:p>
            <a:pPr algn="just">
              <a:buFont typeface="Wingdings" charset="0"/>
              <a:buChar char="q"/>
              <a:defRPr/>
            </a:pPr>
            <a:r>
              <a:rPr lang="en-US" sz="2400" dirty="0">
                <a:latin typeface="Times New Roman" panose="02020603050405020304" pitchFamily="18" charset="0"/>
                <a:ea typeface="ＭＳ Ｐゴシック" charset="0"/>
                <a:cs typeface="Times New Roman" panose="02020603050405020304" pitchFamily="18" charset="0"/>
              </a:rPr>
              <a:t>An anonymous inner class always uses the no-</a:t>
            </a:r>
            <a:r>
              <a:rPr lang="en-US" sz="2400" dirty="0" err="1">
                <a:latin typeface="Times New Roman" panose="02020603050405020304" pitchFamily="18" charset="0"/>
                <a:ea typeface="ＭＳ Ｐゴシック" charset="0"/>
                <a:cs typeface="Times New Roman" panose="02020603050405020304" pitchFamily="18" charset="0"/>
              </a:rPr>
              <a:t>arg</a:t>
            </a:r>
            <a:r>
              <a:rPr lang="en-US" sz="2400" dirty="0">
                <a:latin typeface="Times New Roman" panose="02020603050405020304" pitchFamily="18" charset="0"/>
                <a:ea typeface="ＭＳ Ｐゴシック" charset="0"/>
                <a:cs typeface="Times New Roman" panose="02020603050405020304" pitchFamily="18" charset="0"/>
              </a:rPr>
              <a:t> constructor from its superclass to create an instance. If an anonymous inner class implements an interface, the constructor is Object().</a:t>
            </a:r>
          </a:p>
          <a:p>
            <a:pPr algn="just">
              <a:buFont typeface="Wingdings" charset="0"/>
              <a:buChar char="q"/>
              <a:defRPr/>
            </a:pPr>
            <a:r>
              <a:rPr lang="en-US" sz="2400" dirty="0">
                <a:latin typeface="Times New Roman" panose="02020603050405020304" pitchFamily="18" charset="0"/>
                <a:ea typeface="ＭＳ Ｐゴシック" charset="0"/>
                <a:cs typeface="Times New Roman" panose="02020603050405020304" pitchFamily="18" charset="0"/>
              </a:rPr>
              <a:t>An anonymous inner class is compiled into a class named </a:t>
            </a:r>
            <a:r>
              <a:rPr lang="en-US" sz="2400" dirty="0" err="1">
                <a:latin typeface="Times New Roman" panose="02020603050405020304" pitchFamily="18" charset="0"/>
                <a:ea typeface="ＭＳ Ｐゴシック" charset="0"/>
                <a:cs typeface="Times New Roman" panose="02020603050405020304" pitchFamily="18" charset="0"/>
              </a:rPr>
              <a:t>OuterClassName$</a:t>
            </a:r>
            <a:r>
              <a:rPr lang="en-US" sz="2400" i="1" dirty="0" err="1">
                <a:latin typeface="Times New Roman" panose="02020603050405020304" pitchFamily="18" charset="0"/>
                <a:ea typeface="ＭＳ Ｐゴシック" charset="0"/>
                <a:cs typeface="Times New Roman" panose="02020603050405020304" pitchFamily="18" charset="0"/>
              </a:rPr>
              <a:t>n</a:t>
            </a:r>
            <a:r>
              <a:rPr lang="en-US" sz="2400" dirty="0" err="1">
                <a:latin typeface="Times New Roman" panose="02020603050405020304" pitchFamily="18" charset="0"/>
                <a:ea typeface="ＭＳ Ｐゴシック" charset="0"/>
                <a:cs typeface="Times New Roman" panose="02020603050405020304" pitchFamily="18" charset="0"/>
              </a:rPr>
              <a:t>.class</a:t>
            </a:r>
            <a:r>
              <a:rPr lang="en-US" sz="2400" dirty="0">
                <a:latin typeface="Times New Roman" panose="02020603050405020304" pitchFamily="18" charset="0"/>
                <a:ea typeface="ＭＳ Ｐゴシック" charset="0"/>
                <a:cs typeface="Times New Roman" panose="02020603050405020304" pitchFamily="18" charset="0"/>
              </a:rPr>
              <a:t>. For example, if the outer class Test has two anonymous inner classes, these two classes are compiled into Test$1.class and Test$2.class.</a:t>
            </a:r>
          </a:p>
        </p:txBody>
      </p:sp>
    </p:spTree>
  </p:cSld>
  <p:clrMapOvr>
    <a:masterClrMapping/>
  </p:clrMapOvr>
  <p:transition>
    <p:wipe dir="r"/>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7" name="Rectangle 2"/>
          <p:cNvSpPr>
            <a:spLocks noGrp="1" noChangeArrowheads="1"/>
          </p:cNvSpPr>
          <p:nvPr>
            <p:ph type="title"/>
          </p:nvPr>
        </p:nvSpPr>
        <p:spPr>
          <a:xfrm>
            <a:off x="685800" y="381000"/>
            <a:ext cx="7772400" cy="666750"/>
          </a:xfrm>
        </p:spPr>
        <p:txBody>
          <a:bodyPr/>
          <a:lstStyle/>
          <a:p>
            <a:pPr algn="ctr">
              <a:defRPr/>
            </a:pPr>
            <a:r>
              <a:rPr lang="en-US" sz="4000" b="1" dirty="0">
                <a:solidFill>
                  <a:schemeClr val="tx1"/>
                </a:solidFill>
                <a:latin typeface="Times New Roman" panose="02020603050405020304" pitchFamily="18" charset="0"/>
                <a:ea typeface="ＭＳ Ｐゴシック" charset="0"/>
                <a:cs typeface="Times New Roman" panose="02020603050405020304" pitchFamily="18" charset="0"/>
              </a:rPr>
              <a:t>Anonymous Inner Classes (cont.)</a:t>
            </a:r>
          </a:p>
        </p:txBody>
      </p:sp>
      <p:sp>
        <p:nvSpPr>
          <p:cNvPr id="26628" name="Rectangle 3"/>
          <p:cNvSpPr>
            <a:spLocks noGrp="1" noChangeArrowheads="1"/>
          </p:cNvSpPr>
          <p:nvPr>
            <p:ph idx="1"/>
          </p:nvPr>
        </p:nvSpPr>
        <p:spPr>
          <a:xfrm>
            <a:off x="304800" y="1295400"/>
            <a:ext cx="8382000" cy="2590800"/>
          </a:xfrm>
        </p:spPr>
        <p:txBody>
          <a:bodyPr/>
          <a:lstStyle/>
          <a:p>
            <a:pPr algn="just">
              <a:spcBef>
                <a:spcPct val="0"/>
              </a:spcBef>
              <a:buFont typeface="Monotype Sorts" charset="0"/>
              <a:buNone/>
              <a:defRPr/>
            </a:pPr>
            <a:r>
              <a:rPr lang="en-US" sz="2800" dirty="0">
                <a:latin typeface="Times New Roman" panose="02020603050405020304" pitchFamily="18" charset="0"/>
                <a:ea typeface="ＭＳ Ｐゴシック" charset="0"/>
                <a:cs typeface="Times New Roman" panose="02020603050405020304" pitchFamily="18" charset="0"/>
              </a:rPr>
              <a:t>	Inner class listeners can be shortened using anonymous inner classes. An </a:t>
            </a:r>
            <a:r>
              <a:rPr lang="en-US" sz="2800" i="1" dirty="0">
                <a:latin typeface="Times New Roman" panose="02020603050405020304" pitchFamily="18" charset="0"/>
                <a:ea typeface="ＭＳ Ｐゴシック" charset="0"/>
                <a:cs typeface="Times New Roman" panose="02020603050405020304" pitchFamily="18" charset="0"/>
              </a:rPr>
              <a:t>anonymous inner class</a:t>
            </a:r>
            <a:r>
              <a:rPr lang="en-US" sz="2800" dirty="0">
                <a:latin typeface="Times New Roman" panose="02020603050405020304" pitchFamily="18" charset="0"/>
                <a:ea typeface="ＭＳ Ｐゴシック" charset="0"/>
                <a:cs typeface="Times New Roman" panose="02020603050405020304" pitchFamily="18" charset="0"/>
              </a:rPr>
              <a:t> is an inner class without a name. It combines declaring an inner class and creating an instance of the class in one step. An anonymous inner class is declared as follows:</a:t>
            </a:r>
          </a:p>
        </p:txBody>
      </p:sp>
      <p:sp>
        <p:nvSpPr>
          <p:cNvPr id="84997" name="Text Box 4"/>
          <p:cNvSpPr txBox="1">
            <a:spLocks noChangeArrowheads="1"/>
          </p:cNvSpPr>
          <p:nvPr/>
        </p:nvSpPr>
        <p:spPr bwMode="auto">
          <a:xfrm>
            <a:off x="533400" y="3978275"/>
            <a:ext cx="8077200" cy="19389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New Roman" pitchFamily="18" charset="0"/>
                <a:ea typeface="MS PGothic" pitchFamily="34" charset="-128"/>
              </a:defRPr>
            </a:lvl1pPr>
            <a:lvl2pPr marL="742950" indent="-285750">
              <a:defRPr sz="2400">
                <a:solidFill>
                  <a:schemeClr val="tx1"/>
                </a:solidFill>
                <a:latin typeface="Times New Roman" pitchFamily="18" charset="0"/>
                <a:ea typeface="MS PGothic" pitchFamily="34" charset="-128"/>
              </a:defRPr>
            </a:lvl2pPr>
            <a:lvl3pPr marL="1143000" indent="-228600">
              <a:defRPr sz="2400">
                <a:solidFill>
                  <a:schemeClr val="tx1"/>
                </a:solidFill>
                <a:latin typeface="Times New Roman" pitchFamily="18" charset="0"/>
                <a:ea typeface="MS PGothic" pitchFamily="34" charset="-128"/>
              </a:defRPr>
            </a:lvl3pPr>
            <a:lvl4pPr marL="1600200" indent="-228600">
              <a:defRPr sz="2400">
                <a:solidFill>
                  <a:schemeClr val="tx1"/>
                </a:solidFill>
                <a:latin typeface="Times New Roman" pitchFamily="18" charset="0"/>
                <a:ea typeface="MS PGothic" pitchFamily="34" charset="-128"/>
              </a:defRPr>
            </a:lvl4pPr>
            <a:lvl5pPr marL="2057400" indent="-228600">
              <a:defRPr sz="2400">
                <a:solidFill>
                  <a:schemeClr val="tx1"/>
                </a:solidFill>
                <a:latin typeface="Times New Roman" pitchFamily="18" charset="0"/>
                <a:ea typeface="MS PGothic" pitchFamily="34" charset="-128"/>
              </a:defRPr>
            </a:lvl5pPr>
            <a:lvl6pPr marL="2514600" indent="-228600" eaLnBrk="0" fontAlgn="base" hangingPunct="0">
              <a:spcBef>
                <a:spcPct val="0"/>
              </a:spcBef>
              <a:spcAft>
                <a:spcPct val="0"/>
              </a:spcAft>
              <a:defRPr sz="2400">
                <a:solidFill>
                  <a:schemeClr val="tx1"/>
                </a:solidFill>
                <a:latin typeface="Times New Roman" pitchFamily="18" charset="0"/>
                <a:ea typeface="MS PGothic" pitchFamily="34" charset="-128"/>
              </a:defRPr>
            </a:lvl6pPr>
            <a:lvl7pPr marL="2971800" indent="-228600" eaLnBrk="0" fontAlgn="base" hangingPunct="0">
              <a:spcBef>
                <a:spcPct val="0"/>
              </a:spcBef>
              <a:spcAft>
                <a:spcPct val="0"/>
              </a:spcAft>
              <a:defRPr sz="2400">
                <a:solidFill>
                  <a:schemeClr val="tx1"/>
                </a:solidFill>
                <a:latin typeface="Times New Roman" pitchFamily="18" charset="0"/>
                <a:ea typeface="MS PGothic" pitchFamily="34" charset="-128"/>
              </a:defRPr>
            </a:lvl7pPr>
            <a:lvl8pPr marL="3429000" indent="-228600" eaLnBrk="0" fontAlgn="base" hangingPunct="0">
              <a:spcBef>
                <a:spcPct val="0"/>
              </a:spcBef>
              <a:spcAft>
                <a:spcPct val="0"/>
              </a:spcAft>
              <a:defRPr sz="2400">
                <a:solidFill>
                  <a:schemeClr val="tx1"/>
                </a:solidFill>
                <a:latin typeface="Times New Roman" pitchFamily="18" charset="0"/>
                <a:ea typeface="MS PGothic" pitchFamily="34" charset="-128"/>
              </a:defRPr>
            </a:lvl8pPr>
            <a:lvl9pPr marL="3886200" indent="-228600" eaLnBrk="0" fontAlgn="base" hangingPunct="0">
              <a:spcBef>
                <a:spcPct val="0"/>
              </a:spcBef>
              <a:spcAft>
                <a:spcPct val="0"/>
              </a:spcAft>
              <a:defRPr sz="2400">
                <a:solidFill>
                  <a:schemeClr val="tx1"/>
                </a:solidFill>
                <a:latin typeface="Times New Roman" pitchFamily="18" charset="0"/>
                <a:ea typeface="MS PGothic" pitchFamily="34" charset="-128"/>
              </a:defRPr>
            </a:lvl9pPr>
          </a:lstStyle>
          <a:p>
            <a:r>
              <a:rPr lang="en-US" altLang="en-US" b="1" dirty="0">
                <a:solidFill>
                  <a:schemeClr val="bg2"/>
                </a:solidFill>
                <a:latin typeface="Courier New" panose="02070309020205020404" pitchFamily="49" charset="0"/>
                <a:cs typeface="Courier New" panose="02070309020205020404" pitchFamily="49" charset="0"/>
              </a:rPr>
              <a:t>new</a:t>
            </a:r>
            <a:r>
              <a:rPr lang="en-US" altLang="en-US" dirty="0">
                <a:solidFill>
                  <a:schemeClr val="bg2"/>
                </a:solidFill>
                <a:latin typeface="Courier New" panose="02070309020205020404" pitchFamily="49" charset="0"/>
                <a:cs typeface="Courier New" panose="02070309020205020404" pitchFamily="49" charset="0"/>
              </a:rPr>
              <a:t> </a:t>
            </a:r>
            <a:r>
              <a:rPr lang="en-US" altLang="en-US" dirty="0" err="1">
                <a:solidFill>
                  <a:schemeClr val="bg2"/>
                </a:solidFill>
                <a:latin typeface="Courier New" panose="02070309020205020404" pitchFamily="49" charset="0"/>
                <a:cs typeface="Courier New" panose="02070309020205020404" pitchFamily="49" charset="0"/>
              </a:rPr>
              <a:t>SuperClassName</a:t>
            </a:r>
            <a:r>
              <a:rPr lang="en-US" altLang="en-US" dirty="0">
                <a:solidFill>
                  <a:schemeClr val="bg2"/>
                </a:solidFill>
                <a:latin typeface="Courier New" panose="02070309020205020404" pitchFamily="49" charset="0"/>
                <a:cs typeface="Courier New" panose="02070309020205020404" pitchFamily="49" charset="0"/>
              </a:rPr>
              <a:t>/</a:t>
            </a:r>
            <a:r>
              <a:rPr lang="en-US" altLang="en-US" dirty="0" err="1">
                <a:solidFill>
                  <a:schemeClr val="bg2"/>
                </a:solidFill>
                <a:latin typeface="Courier New" panose="02070309020205020404" pitchFamily="49" charset="0"/>
                <a:cs typeface="Courier New" panose="02070309020205020404" pitchFamily="49" charset="0"/>
              </a:rPr>
              <a:t>InterfaceName</a:t>
            </a:r>
            <a:r>
              <a:rPr lang="en-US" altLang="en-US" dirty="0">
                <a:solidFill>
                  <a:schemeClr val="bg2"/>
                </a:solidFill>
                <a:latin typeface="Courier New" panose="02070309020205020404" pitchFamily="49" charset="0"/>
                <a:cs typeface="Courier New" panose="02070309020205020404" pitchFamily="49" charset="0"/>
              </a:rPr>
              <a:t>() {</a:t>
            </a:r>
          </a:p>
          <a:p>
            <a:r>
              <a:rPr lang="en-US" altLang="en-US" dirty="0">
                <a:solidFill>
                  <a:schemeClr val="bg2"/>
                </a:solidFill>
                <a:latin typeface="Courier New" panose="02070309020205020404" pitchFamily="49" charset="0"/>
                <a:cs typeface="Courier New" panose="02070309020205020404" pitchFamily="49" charset="0"/>
              </a:rPr>
              <a:t>  // Implement or override methods in superclass or interface</a:t>
            </a:r>
          </a:p>
          <a:p>
            <a:r>
              <a:rPr lang="en-US" altLang="en-US" dirty="0">
                <a:solidFill>
                  <a:schemeClr val="bg2"/>
                </a:solidFill>
                <a:latin typeface="Courier New" panose="02070309020205020404" pitchFamily="49" charset="0"/>
                <a:cs typeface="Courier New" panose="02070309020205020404" pitchFamily="49" charset="0"/>
              </a:rPr>
              <a:t>  // Other methods if necessary</a:t>
            </a:r>
          </a:p>
          <a:p>
            <a:r>
              <a:rPr lang="en-US" altLang="en-US" dirty="0">
                <a:solidFill>
                  <a:schemeClr val="bg2"/>
                </a:solidFill>
                <a:latin typeface="Courier New" panose="02070309020205020404" pitchFamily="49" charset="0"/>
                <a:cs typeface="Courier New" panose="02070309020205020404" pitchFamily="49" charset="0"/>
              </a:rPr>
              <a:t>}</a:t>
            </a:r>
          </a:p>
        </p:txBody>
      </p:sp>
    </p:spTree>
  </p:cSld>
  <p:clrMapOvr>
    <a:masterClrMapping/>
  </p:clrMapOvr>
  <p:transition>
    <p:wipe dir="r"/>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1" name="Rectangle 2"/>
          <p:cNvSpPr>
            <a:spLocks noGrp="1" noChangeArrowheads="1"/>
          </p:cNvSpPr>
          <p:nvPr>
            <p:ph type="title"/>
          </p:nvPr>
        </p:nvSpPr>
        <p:spPr>
          <a:xfrm>
            <a:off x="685800" y="381000"/>
            <a:ext cx="7772400" cy="666750"/>
          </a:xfrm>
        </p:spPr>
        <p:txBody>
          <a:bodyPr/>
          <a:lstStyle/>
          <a:p>
            <a:pPr>
              <a:defRPr/>
            </a:pPr>
            <a:r>
              <a:rPr lang="en-US" sz="4000" b="1" dirty="0">
                <a:solidFill>
                  <a:schemeClr val="tx1"/>
                </a:solidFill>
                <a:latin typeface="Times New Roman" panose="02020603050405020304" pitchFamily="18" charset="0"/>
                <a:ea typeface="ＭＳ Ｐゴシック" charset="0"/>
                <a:cs typeface="Times New Roman" panose="02020603050405020304" pitchFamily="18" charset="0"/>
              </a:rPr>
              <a:t>Anonymous Inner Classes (cont.)</a:t>
            </a:r>
          </a:p>
        </p:txBody>
      </p:sp>
      <p:sp>
        <p:nvSpPr>
          <p:cNvPr id="86020" name="Rectangle 2"/>
          <p:cNvSpPr>
            <a:spLocks noChangeArrowheads="1"/>
          </p:cNvSpPr>
          <p:nvPr/>
        </p:nvSpPr>
        <p:spPr bwMode="auto">
          <a:xfrm>
            <a:off x="0" y="0"/>
            <a:ext cx="9144000" cy="0"/>
          </a:xfrm>
          <a:prstGeom prst="rect">
            <a:avLst/>
          </a:prstGeom>
          <a:noFill/>
          <a:ln>
            <a:noFill/>
          </a:ln>
          <a:effectLst>
            <a:prstShdw prst="shdw17" dist="17961" dir="2700000">
              <a:srgbClr val="7A7A7A"/>
            </a:prst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Lst>
        </p:spPr>
        <p:txBody>
          <a:bodyPr wrap="none" anchor="ctr">
            <a:spAutoFit/>
          </a:bodyPr>
          <a:lstStyle>
            <a:lvl1pPr>
              <a:defRPr sz="2400">
                <a:solidFill>
                  <a:schemeClr val="tx1"/>
                </a:solidFill>
                <a:latin typeface="Times New Roman" pitchFamily="18" charset="0"/>
                <a:ea typeface="MS PGothic" pitchFamily="34" charset="-128"/>
              </a:defRPr>
            </a:lvl1pPr>
            <a:lvl2pPr marL="742950" indent="-285750">
              <a:defRPr sz="2400">
                <a:solidFill>
                  <a:schemeClr val="tx1"/>
                </a:solidFill>
                <a:latin typeface="Times New Roman" pitchFamily="18" charset="0"/>
                <a:ea typeface="MS PGothic" pitchFamily="34" charset="-128"/>
              </a:defRPr>
            </a:lvl2pPr>
            <a:lvl3pPr marL="1143000" indent="-228600">
              <a:defRPr sz="2400">
                <a:solidFill>
                  <a:schemeClr val="tx1"/>
                </a:solidFill>
                <a:latin typeface="Times New Roman" pitchFamily="18" charset="0"/>
                <a:ea typeface="MS PGothic" pitchFamily="34" charset="-128"/>
              </a:defRPr>
            </a:lvl3pPr>
            <a:lvl4pPr marL="1600200" indent="-228600">
              <a:defRPr sz="2400">
                <a:solidFill>
                  <a:schemeClr val="tx1"/>
                </a:solidFill>
                <a:latin typeface="Times New Roman" pitchFamily="18" charset="0"/>
                <a:ea typeface="MS PGothic" pitchFamily="34" charset="-128"/>
              </a:defRPr>
            </a:lvl4pPr>
            <a:lvl5pPr marL="2057400" indent="-228600">
              <a:defRPr sz="2400">
                <a:solidFill>
                  <a:schemeClr val="tx1"/>
                </a:solidFill>
                <a:latin typeface="Times New Roman" pitchFamily="18" charset="0"/>
                <a:ea typeface="MS PGothic" pitchFamily="34" charset="-128"/>
              </a:defRPr>
            </a:lvl5pPr>
            <a:lvl6pPr marL="2514600" indent="-228600" eaLnBrk="0" fontAlgn="base" hangingPunct="0">
              <a:spcBef>
                <a:spcPct val="0"/>
              </a:spcBef>
              <a:spcAft>
                <a:spcPct val="0"/>
              </a:spcAft>
              <a:defRPr sz="2400">
                <a:solidFill>
                  <a:schemeClr val="tx1"/>
                </a:solidFill>
                <a:latin typeface="Times New Roman" pitchFamily="18" charset="0"/>
                <a:ea typeface="MS PGothic" pitchFamily="34" charset="-128"/>
              </a:defRPr>
            </a:lvl6pPr>
            <a:lvl7pPr marL="2971800" indent="-228600" eaLnBrk="0" fontAlgn="base" hangingPunct="0">
              <a:spcBef>
                <a:spcPct val="0"/>
              </a:spcBef>
              <a:spcAft>
                <a:spcPct val="0"/>
              </a:spcAft>
              <a:defRPr sz="2400">
                <a:solidFill>
                  <a:schemeClr val="tx1"/>
                </a:solidFill>
                <a:latin typeface="Times New Roman" pitchFamily="18" charset="0"/>
                <a:ea typeface="MS PGothic" pitchFamily="34" charset="-128"/>
              </a:defRPr>
            </a:lvl7pPr>
            <a:lvl8pPr marL="3429000" indent="-228600" eaLnBrk="0" fontAlgn="base" hangingPunct="0">
              <a:spcBef>
                <a:spcPct val="0"/>
              </a:spcBef>
              <a:spcAft>
                <a:spcPct val="0"/>
              </a:spcAft>
              <a:defRPr sz="2400">
                <a:solidFill>
                  <a:schemeClr val="tx1"/>
                </a:solidFill>
                <a:latin typeface="Times New Roman" pitchFamily="18" charset="0"/>
                <a:ea typeface="MS PGothic" pitchFamily="34" charset="-128"/>
              </a:defRPr>
            </a:lvl8pPr>
            <a:lvl9pPr marL="3886200" indent="-228600" eaLnBrk="0" fontAlgn="base" hangingPunct="0">
              <a:spcBef>
                <a:spcPct val="0"/>
              </a:spcBef>
              <a:spcAft>
                <a:spcPct val="0"/>
              </a:spcAft>
              <a:defRPr sz="2400">
                <a:solidFill>
                  <a:schemeClr val="tx1"/>
                </a:solidFill>
                <a:latin typeface="Times New Roman" pitchFamily="18" charset="0"/>
                <a:ea typeface="MS PGothic" pitchFamily="34" charset="-128"/>
              </a:defRPr>
            </a:lvl9pPr>
          </a:lstStyle>
          <a:p>
            <a:endParaRPr lang="ms-MY" altLang="en-US"/>
          </a:p>
        </p:txBody>
      </p:sp>
      <p:sp>
        <p:nvSpPr>
          <p:cNvPr id="86021" name="Rectangle 5"/>
          <p:cNvSpPr>
            <a:spLocks noChangeArrowheads="1"/>
          </p:cNvSpPr>
          <p:nvPr/>
        </p:nvSpPr>
        <p:spPr bwMode="auto">
          <a:xfrm>
            <a:off x="0" y="0"/>
            <a:ext cx="9144000" cy="0"/>
          </a:xfrm>
          <a:prstGeom prst="rect">
            <a:avLst/>
          </a:prstGeom>
          <a:noFill/>
          <a:ln>
            <a:noFill/>
          </a:ln>
          <a:effectLst>
            <a:prstShdw prst="shdw17" dist="17961" dir="2700000">
              <a:srgbClr val="7A7A7A"/>
            </a:prst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Lst>
        </p:spPr>
        <p:txBody>
          <a:bodyPr wrap="none" anchor="ctr">
            <a:spAutoFit/>
          </a:bodyPr>
          <a:lstStyle>
            <a:lvl1pPr>
              <a:defRPr sz="2400">
                <a:solidFill>
                  <a:schemeClr val="tx1"/>
                </a:solidFill>
                <a:latin typeface="Times New Roman" pitchFamily="18" charset="0"/>
                <a:ea typeface="MS PGothic" pitchFamily="34" charset="-128"/>
              </a:defRPr>
            </a:lvl1pPr>
            <a:lvl2pPr marL="742950" indent="-285750">
              <a:defRPr sz="2400">
                <a:solidFill>
                  <a:schemeClr val="tx1"/>
                </a:solidFill>
                <a:latin typeface="Times New Roman" pitchFamily="18" charset="0"/>
                <a:ea typeface="MS PGothic" pitchFamily="34" charset="-128"/>
              </a:defRPr>
            </a:lvl2pPr>
            <a:lvl3pPr marL="1143000" indent="-228600">
              <a:defRPr sz="2400">
                <a:solidFill>
                  <a:schemeClr val="tx1"/>
                </a:solidFill>
                <a:latin typeface="Times New Roman" pitchFamily="18" charset="0"/>
                <a:ea typeface="MS PGothic" pitchFamily="34" charset="-128"/>
              </a:defRPr>
            </a:lvl3pPr>
            <a:lvl4pPr marL="1600200" indent="-228600">
              <a:defRPr sz="2400">
                <a:solidFill>
                  <a:schemeClr val="tx1"/>
                </a:solidFill>
                <a:latin typeface="Times New Roman" pitchFamily="18" charset="0"/>
                <a:ea typeface="MS PGothic" pitchFamily="34" charset="-128"/>
              </a:defRPr>
            </a:lvl4pPr>
            <a:lvl5pPr marL="2057400" indent="-228600">
              <a:defRPr sz="2400">
                <a:solidFill>
                  <a:schemeClr val="tx1"/>
                </a:solidFill>
                <a:latin typeface="Times New Roman" pitchFamily="18" charset="0"/>
                <a:ea typeface="MS PGothic" pitchFamily="34" charset="-128"/>
              </a:defRPr>
            </a:lvl5pPr>
            <a:lvl6pPr marL="2514600" indent="-228600" eaLnBrk="0" fontAlgn="base" hangingPunct="0">
              <a:spcBef>
                <a:spcPct val="0"/>
              </a:spcBef>
              <a:spcAft>
                <a:spcPct val="0"/>
              </a:spcAft>
              <a:defRPr sz="2400">
                <a:solidFill>
                  <a:schemeClr val="tx1"/>
                </a:solidFill>
                <a:latin typeface="Times New Roman" pitchFamily="18" charset="0"/>
                <a:ea typeface="MS PGothic" pitchFamily="34" charset="-128"/>
              </a:defRPr>
            </a:lvl6pPr>
            <a:lvl7pPr marL="2971800" indent="-228600" eaLnBrk="0" fontAlgn="base" hangingPunct="0">
              <a:spcBef>
                <a:spcPct val="0"/>
              </a:spcBef>
              <a:spcAft>
                <a:spcPct val="0"/>
              </a:spcAft>
              <a:defRPr sz="2400">
                <a:solidFill>
                  <a:schemeClr val="tx1"/>
                </a:solidFill>
                <a:latin typeface="Times New Roman" pitchFamily="18" charset="0"/>
                <a:ea typeface="MS PGothic" pitchFamily="34" charset="-128"/>
              </a:defRPr>
            </a:lvl7pPr>
            <a:lvl8pPr marL="3429000" indent="-228600" eaLnBrk="0" fontAlgn="base" hangingPunct="0">
              <a:spcBef>
                <a:spcPct val="0"/>
              </a:spcBef>
              <a:spcAft>
                <a:spcPct val="0"/>
              </a:spcAft>
              <a:defRPr sz="2400">
                <a:solidFill>
                  <a:schemeClr val="tx1"/>
                </a:solidFill>
                <a:latin typeface="Times New Roman" pitchFamily="18" charset="0"/>
                <a:ea typeface="MS PGothic" pitchFamily="34" charset="-128"/>
              </a:defRPr>
            </a:lvl8pPr>
            <a:lvl9pPr marL="3886200" indent="-228600" eaLnBrk="0" fontAlgn="base" hangingPunct="0">
              <a:spcBef>
                <a:spcPct val="0"/>
              </a:spcBef>
              <a:spcAft>
                <a:spcPct val="0"/>
              </a:spcAft>
              <a:defRPr sz="2400">
                <a:solidFill>
                  <a:schemeClr val="tx1"/>
                </a:solidFill>
                <a:latin typeface="Times New Roman" pitchFamily="18" charset="0"/>
                <a:ea typeface="MS PGothic" pitchFamily="34" charset="-128"/>
              </a:defRPr>
            </a:lvl9pPr>
          </a:lstStyle>
          <a:p>
            <a:endParaRPr lang="ms-MY" altLang="en-US"/>
          </a:p>
        </p:txBody>
      </p:sp>
      <p:pic>
        <p:nvPicPr>
          <p:cNvPr id="86025" name="Picture 6"/>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23850" y="4495800"/>
            <a:ext cx="2838450" cy="10191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Lst>
        </p:spPr>
      </p:pic>
      <p:pic>
        <p:nvPicPr>
          <p:cNvPr id="86026" name="Picture 12"/>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100" y="1371600"/>
            <a:ext cx="9067800" cy="28352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Lst>
        </p:spPr>
      </p:pic>
      <p:sp>
        <p:nvSpPr>
          <p:cNvPr id="11" name="Rectangle 10">
            <a:hlinkClick r:id="rId4"/>
          </p:cNvPr>
          <p:cNvSpPr>
            <a:spLocks noChangeArrowheads="1"/>
          </p:cNvSpPr>
          <p:nvPr/>
        </p:nvSpPr>
        <p:spPr bwMode="auto">
          <a:xfrm>
            <a:off x="3733800" y="5791200"/>
            <a:ext cx="3001963" cy="381000"/>
          </a:xfrm>
          <a:prstGeom prst="rect">
            <a:avLst/>
          </a:prstGeom>
          <a:solidFill>
            <a:srgbClr val="92D050"/>
          </a:solidFill>
          <a:ln>
            <a:noFill/>
          </a:ln>
          <a:extLst>
            <a:ext uri="{91240B29-F687-4F45-9708-019B960494DF}">
              <a14:hiddenLine xmlns:a14="http://schemas.microsoft.com/office/drawing/2010/main" w="12700" algn="ctr">
                <a:solidFill>
                  <a:srgbClr val="000000"/>
                </a:solidFill>
                <a:round/>
                <a:headEnd type="none" w="sm" len="sm"/>
                <a:tailEnd type="none" w="sm" len="sm"/>
              </a14:hiddenLine>
            </a:ext>
          </a:extLst>
        </p:spPr>
        <p:txBody>
          <a:bodyPr/>
          <a:lstStyle>
            <a:lvl1pPr>
              <a:spcBef>
                <a:spcPct val="20000"/>
              </a:spcBef>
              <a:buClr>
                <a:schemeClr val="tx2"/>
              </a:buClr>
              <a:buSzPct val="75000"/>
              <a:buFont typeface="Monotype Sorts"/>
              <a:buChar char="F"/>
              <a:defRPr sz="3200">
                <a:solidFill>
                  <a:schemeClr val="tx1"/>
                </a:solidFill>
                <a:latin typeface="Times New Roman" pitchFamily="18" charset="0"/>
              </a:defRPr>
            </a:lvl1pPr>
            <a:lvl2pPr marL="742950" indent="-285750">
              <a:spcBef>
                <a:spcPct val="20000"/>
              </a:spcBef>
              <a:buClr>
                <a:schemeClr val="tx1"/>
              </a:buClr>
              <a:buChar char="–"/>
              <a:defRPr sz="2800">
                <a:solidFill>
                  <a:schemeClr val="tx1"/>
                </a:solidFill>
                <a:latin typeface="Times New Roman" pitchFamily="18" charset="0"/>
              </a:defRPr>
            </a:lvl2pPr>
            <a:lvl3pPr marL="1143000" indent="-228600">
              <a:spcBef>
                <a:spcPct val="20000"/>
              </a:spcBef>
              <a:buClr>
                <a:schemeClr val="accent2"/>
              </a:buClr>
              <a:buSzPct val="65000"/>
              <a:buFont typeface="Monotype Sorts"/>
              <a:buChar char="u"/>
              <a:defRPr sz="2400">
                <a:solidFill>
                  <a:schemeClr val="tx1"/>
                </a:solidFill>
                <a:latin typeface="Times New Roman" pitchFamily="18" charset="0"/>
              </a:defRPr>
            </a:lvl3pPr>
            <a:lvl4pPr marL="1600200" indent="-228600">
              <a:spcBef>
                <a:spcPct val="20000"/>
              </a:spcBef>
              <a:buClr>
                <a:schemeClr val="tx1"/>
              </a:buClr>
              <a:buChar char="–"/>
              <a:defRPr sz="2000">
                <a:solidFill>
                  <a:schemeClr val="tx1"/>
                </a:solidFill>
                <a:latin typeface="Times New Roman" pitchFamily="18" charset="0"/>
              </a:defRPr>
            </a:lvl4pPr>
            <a:lvl5pPr marL="2057400" indent="-228600">
              <a:spcBef>
                <a:spcPct val="20000"/>
              </a:spcBef>
              <a:buClr>
                <a:schemeClr val="tx2"/>
              </a:buClr>
              <a:buChar char="•"/>
              <a:defRPr sz="2000">
                <a:solidFill>
                  <a:schemeClr val="tx1"/>
                </a:solidFill>
                <a:latin typeface="Times New Roman" pitchFamily="18" charset="0"/>
              </a:defRPr>
            </a:lvl5pPr>
            <a:lvl6pPr marL="2514600" indent="-228600" eaLnBrk="0" fontAlgn="base" hangingPunct="0">
              <a:spcBef>
                <a:spcPct val="20000"/>
              </a:spcBef>
              <a:spcAft>
                <a:spcPct val="0"/>
              </a:spcAft>
              <a:buClr>
                <a:schemeClr val="tx2"/>
              </a:buClr>
              <a:buChar char="•"/>
              <a:defRPr sz="2000">
                <a:solidFill>
                  <a:schemeClr val="tx1"/>
                </a:solidFill>
                <a:latin typeface="Times New Roman" pitchFamily="18" charset="0"/>
              </a:defRPr>
            </a:lvl6pPr>
            <a:lvl7pPr marL="2971800" indent="-228600" eaLnBrk="0" fontAlgn="base" hangingPunct="0">
              <a:spcBef>
                <a:spcPct val="20000"/>
              </a:spcBef>
              <a:spcAft>
                <a:spcPct val="0"/>
              </a:spcAft>
              <a:buClr>
                <a:schemeClr val="tx2"/>
              </a:buClr>
              <a:buChar char="•"/>
              <a:defRPr sz="2000">
                <a:solidFill>
                  <a:schemeClr val="tx1"/>
                </a:solidFill>
                <a:latin typeface="Times New Roman" pitchFamily="18" charset="0"/>
              </a:defRPr>
            </a:lvl7pPr>
            <a:lvl8pPr marL="3429000" indent="-228600" eaLnBrk="0" fontAlgn="base" hangingPunct="0">
              <a:spcBef>
                <a:spcPct val="20000"/>
              </a:spcBef>
              <a:spcAft>
                <a:spcPct val="0"/>
              </a:spcAft>
              <a:buClr>
                <a:schemeClr val="tx2"/>
              </a:buClr>
              <a:buChar char="•"/>
              <a:defRPr sz="2000">
                <a:solidFill>
                  <a:schemeClr val="tx1"/>
                </a:solidFill>
                <a:latin typeface="Times New Roman" pitchFamily="18" charset="0"/>
              </a:defRPr>
            </a:lvl8pPr>
            <a:lvl9pPr marL="3886200" indent="-228600" eaLnBrk="0" fontAlgn="base" hangingPunct="0">
              <a:spcBef>
                <a:spcPct val="20000"/>
              </a:spcBef>
              <a:spcAft>
                <a:spcPct val="0"/>
              </a:spcAft>
              <a:buClr>
                <a:schemeClr val="tx2"/>
              </a:buClr>
              <a:buChar char="•"/>
              <a:defRPr sz="2000">
                <a:solidFill>
                  <a:schemeClr val="tx1"/>
                </a:solidFill>
                <a:latin typeface="Times New Roman" pitchFamily="18" charset="0"/>
              </a:defRPr>
            </a:lvl9pPr>
          </a:lstStyle>
          <a:p>
            <a:pPr algn="ctr">
              <a:spcBef>
                <a:spcPct val="0"/>
              </a:spcBef>
              <a:buClrTx/>
              <a:buSzTx/>
              <a:buFontTx/>
              <a:buNone/>
            </a:pPr>
            <a:r>
              <a:rPr lang="en-US" altLang="en-US" sz="2000"/>
              <a:t>AnonymousHandlerDemo</a:t>
            </a:r>
          </a:p>
        </p:txBody>
      </p:sp>
      <p:sp>
        <p:nvSpPr>
          <p:cNvPr id="12" name="AutoShape 10">
            <a:hlinkClick r:id="rId5" action="ppaction://program" highlightClick="1"/>
          </p:cNvPr>
          <p:cNvSpPr>
            <a:spLocks noChangeArrowheads="1"/>
          </p:cNvSpPr>
          <p:nvPr/>
        </p:nvSpPr>
        <p:spPr bwMode="auto">
          <a:xfrm>
            <a:off x="6858000" y="5775325"/>
            <a:ext cx="698500" cy="381000"/>
          </a:xfrm>
          <a:prstGeom prst="actionButtonBlank">
            <a:avLst/>
          </a:prstGeom>
          <a:solidFill>
            <a:srgbClr val="38A1BA"/>
          </a:solidFill>
          <a:ln>
            <a:noFill/>
          </a:ln>
          <a:effectLst>
            <a:prstShdw prst="shdw17" dist="17961" dir="2700000">
              <a:srgbClr val="226170"/>
            </a:prstShdw>
          </a:effectLst>
          <a:extLst>
            <a:ext uri="{91240B29-F687-4F45-9708-019B960494DF}">
              <a14:hiddenLine xmlns:a14="http://schemas.microsoft.com/office/drawing/2010/main" w="19050">
                <a:solidFill>
                  <a:schemeClr val="tx1"/>
                </a:solidFill>
                <a:miter lim="800000"/>
                <a:headEnd type="none" w="sm" len="sm"/>
                <a:tailEnd type="none" w="sm" len="sm"/>
              </a14:hiddenLine>
            </a:ext>
          </a:extLst>
        </p:spPr>
        <p:txBody>
          <a:bodyPr wrap="none" anchor="ctr"/>
          <a:lstStyle>
            <a:lvl1pPr>
              <a:spcBef>
                <a:spcPct val="20000"/>
              </a:spcBef>
              <a:buClr>
                <a:schemeClr val="tx2"/>
              </a:buClr>
              <a:buSzPct val="75000"/>
              <a:buFont typeface="Monotype Sorts"/>
              <a:buChar char="F"/>
              <a:defRPr sz="3200">
                <a:solidFill>
                  <a:schemeClr val="tx1"/>
                </a:solidFill>
                <a:latin typeface="Times New Roman" pitchFamily="18" charset="0"/>
              </a:defRPr>
            </a:lvl1pPr>
            <a:lvl2pPr marL="742950" indent="-285750">
              <a:spcBef>
                <a:spcPct val="20000"/>
              </a:spcBef>
              <a:buClr>
                <a:schemeClr val="tx1"/>
              </a:buClr>
              <a:buChar char="–"/>
              <a:defRPr sz="2800">
                <a:solidFill>
                  <a:schemeClr val="tx1"/>
                </a:solidFill>
                <a:latin typeface="Times New Roman" pitchFamily="18" charset="0"/>
              </a:defRPr>
            </a:lvl2pPr>
            <a:lvl3pPr marL="1143000" indent="-228600">
              <a:spcBef>
                <a:spcPct val="20000"/>
              </a:spcBef>
              <a:buClr>
                <a:schemeClr val="accent2"/>
              </a:buClr>
              <a:buSzPct val="65000"/>
              <a:buFont typeface="Monotype Sorts"/>
              <a:buChar char="u"/>
              <a:defRPr sz="2400">
                <a:solidFill>
                  <a:schemeClr val="tx1"/>
                </a:solidFill>
                <a:latin typeface="Times New Roman" pitchFamily="18" charset="0"/>
              </a:defRPr>
            </a:lvl3pPr>
            <a:lvl4pPr marL="1600200" indent="-228600">
              <a:spcBef>
                <a:spcPct val="20000"/>
              </a:spcBef>
              <a:buClr>
                <a:schemeClr val="tx1"/>
              </a:buClr>
              <a:buChar char="–"/>
              <a:defRPr sz="2000">
                <a:solidFill>
                  <a:schemeClr val="tx1"/>
                </a:solidFill>
                <a:latin typeface="Times New Roman" pitchFamily="18" charset="0"/>
              </a:defRPr>
            </a:lvl4pPr>
            <a:lvl5pPr marL="2057400" indent="-228600">
              <a:spcBef>
                <a:spcPct val="20000"/>
              </a:spcBef>
              <a:buClr>
                <a:schemeClr val="tx2"/>
              </a:buClr>
              <a:buChar char="•"/>
              <a:defRPr sz="2000">
                <a:solidFill>
                  <a:schemeClr val="tx1"/>
                </a:solidFill>
                <a:latin typeface="Times New Roman" pitchFamily="18" charset="0"/>
              </a:defRPr>
            </a:lvl5pPr>
            <a:lvl6pPr marL="2514600" indent="-228600" eaLnBrk="0" fontAlgn="base" hangingPunct="0">
              <a:spcBef>
                <a:spcPct val="20000"/>
              </a:spcBef>
              <a:spcAft>
                <a:spcPct val="0"/>
              </a:spcAft>
              <a:buClr>
                <a:schemeClr val="tx2"/>
              </a:buClr>
              <a:buChar char="•"/>
              <a:defRPr sz="2000">
                <a:solidFill>
                  <a:schemeClr val="tx1"/>
                </a:solidFill>
                <a:latin typeface="Times New Roman" pitchFamily="18" charset="0"/>
              </a:defRPr>
            </a:lvl6pPr>
            <a:lvl7pPr marL="2971800" indent="-228600" eaLnBrk="0" fontAlgn="base" hangingPunct="0">
              <a:spcBef>
                <a:spcPct val="20000"/>
              </a:spcBef>
              <a:spcAft>
                <a:spcPct val="0"/>
              </a:spcAft>
              <a:buClr>
                <a:schemeClr val="tx2"/>
              </a:buClr>
              <a:buChar char="•"/>
              <a:defRPr sz="2000">
                <a:solidFill>
                  <a:schemeClr val="tx1"/>
                </a:solidFill>
                <a:latin typeface="Times New Roman" pitchFamily="18" charset="0"/>
              </a:defRPr>
            </a:lvl7pPr>
            <a:lvl8pPr marL="3429000" indent="-228600" eaLnBrk="0" fontAlgn="base" hangingPunct="0">
              <a:spcBef>
                <a:spcPct val="20000"/>
              </a:spcBef>
              <a:spcAft>
                <a:spcPct val="0"/>
              </a:spcAft>
              <a:buClr>
                <a:schemeClr val="tx2"/>
              </a:buClr>
              <a:buChar char="•"/>
              <a:defRPr sz="2000">
                <a:solidFill>
                  <a:schemeClr val="tx1"/>
                </a:solidFill>
                <a:latin typeface="Times New Roman" pitchFamily="18" charset="0"/>
              </a:defRPr>
            </a:lvl8pPr>
            <a:lvl9pPr marL="3886200" indent="-228600" eaLnBrk="0" fontAlgn="base" hangingPunct="0">
              <a:spcBef>
                <a:spcPct val="20000"/>
              </a:spcBef>
              <a:spcAft>
                <a:spcPct val="0"/>
              </a:spcAft>
              <a:buClr>
                <a:schemeClr val="tx2"/>
              </a:buClr>
              <a:buChar char="•"/>
              <a:defRPr sz="2000">
                <a:solidFill>
                  <a:schemeClr val="tx1"/>
                </a:solidFill>
                <a:latin typeface="Times New Roman" pitchFamily="18" charset="0"/>
              </a:defRPr>
            </a:lvl9pPr>
          </a:lstStyle>
          <a:p>
            <a:pPr algn="ctr">
              <a:spcBef>
                <a:spcPct val="0"/>
              </a:spcBef>
              <a:buClrTx/>
              <a:buSzTx/>
              <a:buFontTx/>
              <a:buNone/>
            </a:pPr>
            <a:r>
              <a:rPr lang="en-US" altLang="en-US" sz="1800">
                <a:latin typeface="Book Antiqua" pitchFamily="18" charset="0"/>
              </a:rPr>
              <a:t>Run</a:t>
            </a:r>
            <a:endParaRPr lang="en-US" altLang="en-US" sz="1800"/>
          </a:p>
        </p:txBody>
      </p:sp>
    </p:spTree>
  </p:cSld>
  <p:clrMapOvr>
    <a:masterClrMapping/>
  </p:clrMapOvr>
  <p:transition>
    <p:wipe dir="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043" name="Rectangle 2"/>
          <p:cNvSpPr>
            <a:spLocks noChangeArrowheads="1"/>
          </p:cNvSpPr>
          <p:nvPr/>
        </p:nvSpPr>
        <p:spPr bwMode="auto">
          <a:xfrm>
            <a:off x="6350" y="0"/>
            <a:ext cx="4572000" cy="71104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New Roman" pitchFamily="18" charset="0"/>
                <a:ea typeface="MS PGothic" pitchFamily="34" charset="-128"/>
              </a:defRPr>
            </a:lvl1pPr>
            <a:lvl2pPr marL="742950" indent="-285750">
              <a:defRPr sz="2400">
                <a:solidFill>
                  <a:schemeClr val="tx1"/>
                </a:solidFill>
                <a:latin typeface="Times New Roman" pitchFamily="18" charset="0"/>
                <a:ea typeface="MS PGothic" pitchFamily="34" charset="-128"/>
              </a:defRPr>
            </a:lvl2pPr>
            <a:lvl3pPr marL="1143000" indent="-228600">
              <a:defRPr sz="2400">
                <a:solidFill>
                  <a:schemeClr val="tx1"/>
                </a:solidFill>
                <a:latin typeface="Times New Roman" pitchFamily="18" charset="0"/>
                <a:ea typeface="MS PGothic" pitchFamily="34" charset="-128"/>
              </a:defRPr>
            </a:lvl3pPr>
            <a:lvl4pPr marL="1600200" indent="-228600">
              <a:defRPr sz="2400">
                <a:solidFill>
                  <a:schemeClr val="tx1"/>
                </a:solidFill>
                <a:latin typeface="Times New Roman" pitchFamily="18" charset="0"/>
                <a:ea typeface="MS PGothic" pitchFamily="34" charset="-128"/>
              </a:defRPr>
            </a:lvl4pPr>
            <a:lvl5pPr marL="2057400" indent="-228600">
              <a:defRPr sz="2400">
                <a:solidFill>
                  <a:schemeClr val="tx1"/>
                </a:solidFill>
                <a:latin typeface="Times New Roman" pitchFamily="18" charset="0"/>
                <a:ea typeface="MS PGothic" pitchFamily="34" charset="-128"/>
              </a:defRPr>
            </a:lvl5pPr>
            <a:lvl6pPr marL="2514600" indent="-228600" eaLnBrk="0" fontAlgn="base" hangingPunct="0">
              <a:spcBef>
                <a:spcPct val="0"/>
              </a:spcBef>
              <a:spcAft>
                <a:spcPct val="0"/>
              </a:spcAft>
              <a:defRPr sz="2400">
                <a:solidFill>
                  <a:schemeClr val="tx1"/>
                </a:solidFill>
                <a:latin typeface="Times New Roman" pitchFamily="18" charset="0"/>
                <a:ea typeface="MS PGothic" pitchFamily="34" charset="-128"/>
              </a:defRPr>
            </a:lvl6pPr>
            <a:lvl7pPr marL="2971800" indent="-228600" eaLnBrk="0" fontAlgn="base" hangingPunct="0">
              <a:spcBef>
                <a:spcPct val="0"/>
              </a:spcBef>
              <a:spcAft>
                <a:spcPct val="0"/>
              </a:spcAft>
              <a:defRPr sz="2400">
                <a:solidFill>
                  <a:schemeClr val="tx1"/>
                </a:solidFill>
                <a:latin typeface="Times New Roman" pitchFamily="18" charset="0"/>
                <a:ea typeface="MS PGothic" pitchFamily="34" charset="-128"/>
              </a:defRPr>
            </a:lvl7pPr>
            <a:lvl8pPr marL="3429000" indent="-228600" eaLnBrk="0" fontAlgn="base" hangingPunct="0">
              <a:spcBef>
                <a:spcPct val="0"/>
              </a:spcBef>
              <a:spcAft>
                <a:spcPct val="0"/>
              </a:spcAft>
              <a:defRPr sz="2400">
                <a:solidFill>
                  <a:schemeClr val="tx1"/>
                </a:solidFill>
                <a:latin typeface="Times New Roman" pitchFamily="18" charset="0"/>
                <a:ea typeface="MS PGothic" pitchFamily="34" charset="-128"/>
              </a:defRPr>
            </a:lvl8pPr>
            <a:lvl9pPr marL="3886200" indent="-228600" eaLnBrk="0" fontAlgn="base" hangingPunct="0">
              <a:spcBef>
                <a:spcPct val="0"/>
              </a:spcBef>
              <a:spcAft>
                <a:spcPct val="0"/>
              </a:spcAft>
              <a:defRPr sz="2400">
                <a:solidFill>
                  <a:schemeClr val="tx1"/>
                </a:solidFill>
                <a:latin typeface="Times New Roman" pitchFamily="18" charset="0"/>
                <a:ea typeface="MS PGothic" pitchFamily="34" charset="-128"/>
              </a:defRPr>
            </a:lvl9pPr>
          </a:lstStyle>
          <a:p>
            <a:r>
              <a:rPr lang="en-US" altLang="en-US" sz="1200"/>
              <a:t>import javafx.application.Application;</a:t>
            </a:r>
          </a:p>
          <a:p>
            <a:r>
              <a:rPr lang="en-US" altLang="en-US" sz="1200"/>
              <a:t>import javafx.event.ActionEvent;</a:t>
            </a:r>
          </a:p>
          <a:p>
            <a:r>
              <a:rPr lang="en-US" altLang="en-US" sz="1200"/>
              <a:t>import javafx.event.EventHandler;</a:t>
            </a:r>
          </a:p>
          <a:p>
            <a:r>
              <a:rPr lang="en-US" altLang="en-US" sz="1200"/>
              <a:t>import javafx.geometry.Pos;</a:t>
            </a:r>
          </a:p>
          <a:p>
            <a:r>
              <a:rPr lang="en-US" altLang="en-US" sz="1200"/>
              <a:t>import javafx.scene.Scene;</a:t>
            </a:r>
          </a:p>
          <a:p>
            <a:r>
              <a:rPr lang="en-US" altLang="en-US" sz="1200"/>
              <a:t>import javafx.scene.control.Button;</a:t>
            </a:r>
          </a:p>
          <a:p>
            <a:r>
              <a:rPr lang="en-US" altLang="en-US" sz="1200"/>
              <a:t>import javafx.scene.layout.HBox;</a:t>
            </a:r>
          </a:p>
          <a:p>
            <a:r>
              <a:rPr lang="en-US" altLang="en-US" sz="1200"/>
              <a:t>import javafx.stage.Stage;</a:t>
            </a:r>
          </a:p>
          <a:p>
            <a:endParaRPr lang="en-US" altLang="en-US" sz="1200"/>
          </a:p>
          <a:p>
            <a:r>
              <a:rPr lang="en-US" altLang="en-US" sz="1200"/>
              <a:t>public class AnonymousHandlerDemo extends Application {</a:t>
            </a:r>
          </a:p>
          <a:p>
            <a:r>
              <a:rPr lang="en-US" altLang="en-US" sz="1200"/>
              <a:t>  @Override // Override the start method in the Application class</a:t>
            </a:r>
          </a:p>
          <a:p>
            <a:r>
              <a:rPr lang="en-US" altLang="en-US" sz="1200"/>
              <a:t>  public void start(Stage primaryStage) {</a:t>
            </a:r>
          </a:p>
          <a:p>
            <a:r>
              <a:rPr lang="en-US" altLang="en-US" sz="1200"/>
              <a:t>    // Hold two buttons in an HBox</a:t>
            </a:r>
          </a:p>
          <a:p>
            <a:r>
              <a:rPr lang="en-US" altLang="en-US" sz="1200"/>
              <a:t>    HBox hBox = new HBox();</a:t>
            </a:r>
          </a:p>
          <a:p>
            <a:r>
              <a:rPr lang="en-US" altLang="en-US" sz="1200"/>
              <a:t>    hBox.setSpacing(10);</a:t>
            </a:r>
          </a:p>
          <a:p>
            <a:r>
              <a:rPr lang="en-US" altLang="en-US" sz="1200"/>
              <a:t>    hBox.setAlignment(Pos.CENTER);</a:t>
            </a:r>
          </a:p>
          <a:p>
            <a:r>
              <a:rPr lang="en-US" altLang="en-US" sz="1200"/>
              <a:t>    Button btNew = new Button("New");</a:t>
            </a:r>
          </a:p>
          <a:p>
            <a:r>
              <a:rPr lang="en-US" altLang="en-US" sz="1200"/>
              <a:t>    Button btOpen = new Button("Open");</a:t>
            </a:r>
          </a:p>
          <a:p>
            <a:r>
              <a:rPr lang="en-US" altLang="en-US" sz="1200"/>
              <a:t>    Button btSave = new Button("Save");</a:t>
            </a:r>
          </a:p>
          <a:p>
            <a:r>
              <a:rPr lang="en-US" altLang="en-US" sz="1200"/>
              <a:t>    Button btPrint = new Button("Print");</a:t>
            </a:r>
          </a:p>
          <a:p>
            <a:r>
              <a:rPr lang="en-US" altLang="en-US" sz="1200"/>
              <a:t>    hBox.getChildren().addAll(btNew, btOpen, btSave, btPrint);</a:t>
            </a:r>
          </a:p>
          <a:p>
            <a:r>
              <a:rPr lang="en-US" altLang="en-US" sz="1200"/>
              <a:t>    </a:t>
            </a:r>
          </a:p>
          <a:p>
            <a:r>
              <a:rPr lang="en-US" altLang="en-US" sz="1200"/>
              <a:t>    // Create and register the handler</a:t>
            </a:r>
          </a:p>
          <a:p>
            <a:r>
              <a:rPr lang="en-US" altLang="en-US" sz="1200"/>
              <a:t>    btNew.setOnAction(new EventHandler&lt;ActionEvent&gt;() {</a:t>
            </a:r>
          </a:p>
          <a:p>
            <a:r>
              <a:rPr lang="en-US" altLang="en-US" sz="1200"/>
              <a:t>      @Override // Override the handle method</a:t>
            </a:r>
          </a:p>
          <a:p>
            <a:r>
              <a:rPr lang="en-US" altLang="en-US" sz="1200"/>
              <a:t>      public void handle(ActionEvent e) {</a:t>
            </a:r>
          </a:p>
          <a:p>
            <a:r>
              <a:rPr lang="en-US" altLang="en-US" sz="1200"/>
              <a:t>        System.out.println("Process New");</a:t>
            </a:r>
          </a:p>
          <a:p>
            <a:r>
              <a:rPr lang="en-US" altLang="en-US" sz="1200"/>
              <a:t>      }</a:t>
            </a:r>
          </a:p>
          <a:p>
            <a:r>
              <a:rPr lang="en-US" altLang="en-US" sz="1200"/>
              <a:t>    });</a:t>
            </a:r>
          </a:p>
          <a:p>
            <a:endParaRPr lang="en-US" altLang="en-US" sz="1200"/>
          </a:p>
          <a:p>
            <a:r>
              <a:rPr lang="en-US" altLang="en-US" sz="1200"/>
              <a:t>    btOpen.setOnAction(new EventHandler&lt;ActionEvent&gt;() {</a:t>
            </a:r>
          </a:p>
          <a:p>
            <a:r>
              <a:rPr lang="en-US" altLang="en-US" sz="1200"/>
              <a:t>      @Override // Override the handle method</a:t>
            </a:r>
          </a:p>
          <a:p>
            <a:r>
              <a:rPr lang="en-US" altLang="en-US" sz="1200"/>
              <a:t>      public void handle(ActionEvent e) {</a:t>
            </a:r>
          </a:p>
          <a:p>
            <a:r>
              <a:rPr lang="en-US" altLang="en-US" sz="1200"/>
              <a:t>        System.out.println("Process Open");</a:t>
            </a:r>
          </a:p>
          <a:p>
            <a:r>
              <a:rPr lang="en-US" altLang="en-US" sz="1200"/>
              <a:t>      }</a:t>
            </a:r>
          </a:p>
          <a:p>
            <a:r>
              <a:rPr lang="en-US" altLang="en-US" sz="1200"/>
              <a:t>    });</a:t>
            </a:r>
          </a:p>
          <a:p>
            <a:r>
              <a:rPr lang="en-US" altLang="en-US" sz="1200"/>
              <a:t>    </a:t>
            </a:r>
          </a:p>
        </p:txBody>
      </p:sp>
      <p:sp>
        <p:nvSpPr>
          <p:cNvPr id="4" name="Rectangle 3"/>
          <p:cNvSpPr/>
          <p:nvPr/>
        </p:nvSpPr>
        <p:spPr>
          <a:xfrm>
            <a:off x="4572000" y="0"/>
            <a:ext cx="4572000" cy="5448300"/>
          </a:xfrm>
          <a:prstGeom prst="rect">
            <a:avLst/>
          </a:prstGeom>
          <a:solidFill>
            <a:schemeClr val="bg1"/>
          </a:solidFill>
          <a:ln>
            <a:solidFill>
              <a:schemeClr val="bg1">
                <a:lumMod val="75000"/>
              </a:schemeClr>
            </a:solidFill>
          </a:ln>
        </p:spPr>
        <p:txBody>
          <a:bodyPr>
            <a:spAutoFit/>
          </a:bodyPr>
          <a:lstStyle/>
          <a:p>
            <a:pPr>
              <a:defRPr/>
            </a:pPr>
            <a:r>
              <a:rPr lang="en-US" sz="1200" dirty="0">
                <a:latin typeface="Times New Roman" charset="0"/>
                <a:ea typeface="ＭＳ Ｐゴシック" charset="0"/>
                <a:cs typeface="ＭＳ Ｐゴシック" charset="0"/>
              </a:rPr>
              <a:t> </a:t>
            </a:r>
            <a:r>
              <a:rPr lang="en-US" sz="1200" dirty="0" err="1">
                <a:latin typeface="Times New Roman" charset="0"/>
                <a:ea typeface="ＭＳ Ｐゴシック" charset="0"/>
                <a:cs typeface="ＭＳ Ｐゴシック" charset="0"/>
              </a:rPr>
              <a:t>btSave.setOnAction</a:t>
            </a:r>
            <a:r>
              <a:rPr lang="en-US" sz="1200" dirty="0">
                <a:latin typeface="Times New Roman" charset="0"/>
                <a:ea typeface="ＭＳ Ｐゴシック" charset="0"/>
                <a:cs typeface="ＭＳ Ｐゴシック" charset="0"/>
              </a:rPr>
              <a:t>(new </a:t>
            </a:r>
            <a:r>
              <a:rPr lang="en-US" sz="1200" dirty="0" err="1">
                <a:latin typeface="Times New Roman" charset="0"/>
                <a:ea typeface="ＭＳ Ｐゴシック" charset="0"/>
                <a:cs typeface="ＭＳ Ｐゴシック" charset="0"/>
              </a:rPr>
              <a:t>EventHandler</a:t>
            </a:r>
            <a:r>
              <a:rPr lang="en-US" sz="1200" dirty="0">
                <a:latin typeface="Times New Roman" charset="0"/>
                <a:ea typeface="ＭＳ Ｐゴシック" charset="0"/>
                <a:cs typeface="ＭＳ Ｐゴシック" charset="0"/>
              </a:rPr>
              <a:t>&lt;</a:t>
            </a:r>
            <a:r>
              <a:rPr lang="en-US" sz="1200" dirty="0" err="1">
                <a:latin typeface="Times New Roman" charset="0"/>
                <a:ea typeface="ＭＳ Ｐゴシック" charset="0"/>
                <a:cs typeface="ＭＳ Ｐゴシック" charset="0"/>
              </a:rPr>
              <a:t>ActionEvent</a:t>
            </a:r>
            <a:r>
              <a:rPr lang="en-US" sz="1200" dirty="0">
                <a:latin typeface="Times New Roman" charset="0"/>
                <a:ea typeface="ＭＳ Ｐゴシック" charset="0"/>
                <a:cs typeface="ＭＳ Ｐゴシック" charset="0"/>
              </a:rPr>
              <a:t>&gt;() {</a:t>
            </a:r>
          </a:p>
          <a:p>
            <a:pPr>
              <a:defRPr/>
            </a:pPr>
            <a:r>
              <a:rPr lang="en-US" sz="1200" dirty="0">
                <a:latin typeface="Times New Roman" charset="0"/>
                <a:ea typeface="ＭＳ Ｐゴシック" charset="0"/>
                <a:cs typeface="ＭＳ Ｐゴシック" charset="0"/>
              </a:rPr>
              <a:t>      @Override // Override the handle method</a:t>
            </a:r>
          </a:p>
          <a:p>
            <a:pPr>
              <a:defRPr/>
            </a:pPr>
            <a:r>
              <a:rPr lang="en-US" sz="1200" dirty="0">
                <a:latin typeface="Times New Roman" charset="0"/>
                <a:ea typeface="ＭＳ Ｐゴシック" charset="0"/>
                <a:cs typeface="ＭＳ Ｐゴシック" charset="0"/>
              </a:rPr>
              <a:t>      public void handle(</a:t>
            </a:r>
            <a:r>
              <a:rPr lang="en-US" sz="1200" dirty="0" err="1">
                <a:latin typeface="Times New Roman" charset="0"/>
                <a:ea typeface="ＭＳ Ｐゴシック" charset="0"/>
                <a:cs typeface="ＭＳ Ｐゴシック" charset="0"/>
              </a:rPr>
              <a:t>ActionEvent</a:t>
            </a:r>
            <a:r>
              <a:rPr lang="en-US" sz="1200" dirty="0">
                <a:latin typeface="Times New Roman" charset="0"/>
                <a:ea typeface="ＭＳ Ｐゴシック" charset="0"/>
                <a:cs typeface="ＭＳ Ｐゴシック" charset="0"/>
              </a:rPr>
              <a:t> e) {</a:t>
            </a:r>
          </a:p>
          <a:p>
            <a:pPr>
              <a:defRPr/>
            </a:pPr>
            <a:r>
              <a:rPr lang="en-US" sz="1200" dirty="0">
                <a:latin typeface="Times New Roman" charset="0"/>
                <a:ea typeface="ＭＳ Ｐゴシック" charset="0"/>
                <a:cs typeface="ＭＳ Ｐゴシック" charset="0"/>
              </a:rPr>
              <a:t>        </a:t>
            </a:r>
            <a:r>
              <a:rPr lang="en-US" sz="1200" dirty="0" err="1">
                <a:latin typeface="Times New Roman" charset="0"/>
                <a:ea typeface="ＭＳ Ｐゴシック" charset="0"/>
                <a:cs typeface="ＭＳ Ｐゴシック" charset="0"/>
              </a:rPr>
              <a:t>System.out.println</a:t>
            </a:r>
            <a:r>
              <a:rPr lang="en-US" sz="1200" dirty="0">
                <a:latin typeface="Times New Roman" charset="0"/>
                <a:ea typeface="ＭＳ Ｐゴシック" charset="0"/>
                <a:cs typeface="ＭＳ Ｐゴシック" charset="0"/>
              </a:rPr>
              <a:t>("Process Save");</a:t>
            </a:r>
          </a:p>
          <a:p>
            <a:pPr>
              <a:defRPr/>
            </a:pPr>
            <a:r>
              <a:rPr lang="en-US" sz="1200" dirty="0">
                <a:latin typeface="Times New Roman" charset="0"/>
                <a:ea typeface="ＭＳ Ｐゴシック" charset="0"/>
                <a:cs typeface="ＭＳ Ｐゴシック" charset="0"/>
              </a:rPr>
              <a:t>      }</a:t>
            </a:r>
          </a:p>
          <a:p>
            <a:pPr>
              <a:defRPr/>
            </a:pPr>
            <a:r>
              <a:rPr lang="en-US" sz="1200" dirty="0">
                <a:latin typeface="Times New Roman" charset="0"/>
                <a:ea typeface="ＭＳ Ｐゴシック" charset="0"/>
                <a:cs typeface="ＭＳ Ｐゴシック" charset="0"/>
              </a:rPr>
              <a:t>    });</a:t>
            </a:r>
          </a:p>
          <a:p>
            <a:pPr>
              <a:defRPr/>
            </a:pPr>
            <a:r>
              <a:rPr lang="en-US" sz="1200" dirty="0">
                <a:latin typeface="Times New Roman" charset="0"/>
                <a:ea typeface="ＭＳ Ｐゴシック" charset="0"/>
                <a:cs typeface="ＭＳ Ｐゴシック" charset="0"/>
              </a:rPr>
              <a:t>    </a:t>
            </a:r>
          </a:p>
          <a:p>
            <a:pPr>
              <a:defRPr/>
            </a:pPr>
            <a:r>
              <a:rPr lang="en-US" sz="1200" dirty="0">
                <a:latin typeface="Times New Roman" charset="0"/>
                <a:ea typeface="ＭＳ Ｐゴシック" charset="0"/>
                <a:cs typeface="ＭＳ Ｐゴシック" charset="0"/>
              </a:rPr>
              <a:t>    </a:t>
            </a:r>
            <a:r>
              <a:rPr lang="en-US" sz="1200" dirty="0" err="1">
                <a:latin typeface="Times New Roman" charset="0"/>
                <a:ea typeface="ＭＳ Ｐゴシック" charset="0"/>
                <a:cs typeface="ＭＳ Ｐゴシック" charset="0"/>
              </a:rPr>
              <a:t>btPrint.setOnAction</a:t>
            </a:r>
            <a:r>
              <a:rPr lang="en-US" sz="1200" dirty="0">
                <a:latin typeface="Times New Roman" charset="0"/>
                <a:ea typeface="ＭＳ Ｐゴシック" charset="0"/>
                <a:cs typeface="ＭＳ Ｐゴシック" charset="0"/>
              </a:rPr>
              <a:t>(new </a:t>
            </a:r>
            <a:r>
              <a:rPr lang="en-US" sz="1200" dirty="0" err="1">
                <a:latin typeface="Times New Roman" charset="0"/>
                <a:ea typeface="ＭＳ Ｐゴシック" charset="0"/>
                <a:cs typeface="ＭＳ Ｐゴシック" charset="0"/>
              </a:rPr>
              <a:t>EventHandler</a:t>
            </a:r>
            <a:r>
              <a:rPr lang="en-US" sz="1200" dirty="0">
                <a:latin typeface="Times New Roman" charset="0"/>
                <a:ea typeface="ＭＳ Ｐゴシック" charset="0"/>
                <a:cs typeface="ＭＳ Ｐゴシック" charset="0"/>
              </a:rPr>
              <a:t>&lt;</a:t>
            </a:r>
            <a:r>
              <a:rPr lang="en-US" sz="1200" dirty="0" err="1">
                <a:latin typeface="Times New Roman" charset="0"/>
                <a:ea typeface="ＭＳ Ｐゴシック" charset="0"/>
                <a:cs typeface="ＭＳ Ｐゴシック" charset="0"/>
              </a:rPr>
              <a:t>ActionEvent</a:t>
            </a:r>
            <a:r>
              <a:rPr lang="en-US" sz="1200" dirty="0">
                <a:latin typeface="Times New Roman" charset="0"/>
                <a:ea typeface="ＭＳ Ｐゴシック" charset="0"/>
                <a:cs typeface="ＭＳ Ｐゴシック" charset="0"/>
              </a:rPr>
              <a:t>&gt;() {</a:t>
            </a:r>
          </a:p>
          <a:p>
            <a:pPr>
              <a:defRPr/>
            </a:pPr>
            <a:r>
              <a:rPr lang="en-US" sz="1200" dirty="0">
                <a:latin typeface="Times New Roman" charset="0"/>
                <a:ea typeface="ＭＳ Ｐゴシック" charset="0"/>
                <a:cs typeface="ＭＳ Ｐゴシック" charset="0"/>
              </a:rPr>
              <a:t>      @Override // Override the handle method</a:t>
            </a:r>
          </a:p>
          <a:p>
            <a:pPr>
              <a:defRPr/>
            </a:pPr>
            <a:r>
              <a:rPr lang="en-US" sz="1200" dirty="0">
                <a:latin typeface="Times New Roman" charset="0"/>
                <a:ea typeface="ＭＳ Ｐゴシック" charset="0"/>
                <a:cs typeface="ＭＳ Ｐゴシック" charset="0"/>
              </a:rPr>
              <a:t>      public void handle(</a:t>
            </a:r>
            <a:r>
              <a:rPr lang="en-US" sz="1200" dirty="0" err="1">
                <a:latin typeface="Times New Roman" charset="0"/>
                <a:ea typeface="ＭＳ Ｐゴシック" charset="0"/>
                <a:cs typeface="ＭＳ Ｐゴシック" charset="0"/>
              </a:rPr>
              <a:t>ActionEvent</a:t>
            </a:r>
            <a:r>
              <a:rPr lang="en-US" sz="1200" dirty="0">
                <a:latin typeface="Times New Roman" charset="0"/>
                <a:ea typeface="ＭＳ Ｐゴシック" charset="0"/>
                <a:cs typeface="ＭＳ Ｐゴシック" charset="0"/>
              </a:rPr>
              <a:t> e) {</a:t>
            </a:r>
          </a:p>
          <a:p>
            <a:pPr>
              <a:defRPr/>
            </a:pPr>
            <a:r>
              <a:rPr lang="en-US" sz="1200" dirty="0">
                <a:latin typeface="Times New Roman" charset="0"/>
                <a:ea typeface="ＭＳ Ｐゴシック" charset="0"/>
                <a:cs typeface="ＭＳ Ｐゴシック" charset="0"/>
              </a:rPr>
              <a:t>        </a:t>
            </a:r>
            <a:r>
              <a:rPr lang="en-US" sz="1200" dirty="0" err="1">
                <a:latin typeface="Times New Roman" charset="0"/>
                <a:ea typeface="ＭＳ Ｐゴシック" charset="0"/>
                <a:cs typeface="ＭＳ Ｐゴシック" charset="0"/>
              </a:rPr>
              <a:t>System.out.println</a:t>
            </a:r>
            <a:r>
              <a:rPr lang="en-US" sz="1200" dirty="0">
                <a:latin typeface="Times New Roman" charset="0"/>
                <a:ea typeface="ＭＳ Ｐゴシック" charset="0"/>
                <a:cs typeface="ＭＳ Ｐゴシック" charset="0"/>
              </a:rPr>
              <a:t>("Process Print");</a:t>
            </a:r>
          </a:p>
          <a:p>
            <a:pPr>
              <a:defRPr/>
            </a:pPr>
            <a:r>
              <a:rPr lang="en-US" sz="1200" dirty="0">
                <a:latin typeface="Times New Roman" charset="0"/>
                <a:ea typeface="ＭＳ Ｐゴシック" charset="0"/>
                <a:cs typeface="ＭＳ Ｐゴシック" charset="0"/>
              </a:rPr>
              <a:t>      }</a:t>
            </a:r>
          </a:p>
          <a:p>
            <a:pPr>
              <a:defRPr/>
            </a:pPr>
            <a:r>
              <a:rPr lang="en-US" sz="1200" dirty="0">
                <a:latin typeface="Times New Roman" charset="0"/>
                <a:ea typeface="ＭＳ Ｐゴシック" charset="0"/>
                <a:cs typeface="ＭＳ Ｐゴシック" charset="0"/>
              </a:rPr>
              <a:t>    });</a:t>
            </a:r>
          </a:p>
          <a:p>
            <a:pPr>
              <a:defRPr/>
            </a:pPr>
            <a:endParaRPr lang="en-US" sz="1200" dirty="0">
              <a:latin typeface="Times New Roman" charset="0"/>
              <a:ea typeface="ＭＳ Ｐゴシック" charset="0"/>
              <a:cs typeface="ＭＳ Ｐゴシック" charset="0"/>
            </a:endParaRPr>
          </a:p>
          <a:p>
            <a:pPr>
              <a:defRPr/>
            </a:pPr>
            <a:r>
              <a:rPr lang="en-US" sz="1200" dirty="0">
                <a:latin typeface="Times New Roman" charset="0"/>
                <a:ea typeface="ＭＳ Ｐゴシック" charset="0"/>
                <a:cs typeface="ＭＳ Ｐゴシック" charset="0"/>
              </a:rPr>
              <a:t>    // Create a scene and place it in the stage</a:t>
            </a:r>
          </a:p>
          <a:p>
            <a:pPr>
              <a:defRPr/>
            </a:pPr>
            <a:r>
              <a:rPr lang="en-US" sz="1200" dirty="0">
                <a:latin typeface="Times New Roman" charset="0"/>
                <a:ea typeface="ＭＳ Ｐゴシック" charset="0"/>
                <a:cs typeface="ＭＳ Ｐゴシック" charset="0"/>
              </a:rPr>
              <a:t>    Scene scene = new Scene(</a:t>
            </a:r>
            <a:r>
              <a:rPr lang="en-US" sz="1200" dirty="0" err="1">
                <a:latin typeface="Times New Roman" charset="0"/>
                <a:ea typeface="ＭＳ Ｐゴシック" charset="0"/>
                <a:cs typeface="ＭＳ Ｐゴシック" charset="0"/>
              </a:rPr>
              <a:t>hBox</a:t>
            </a:r>
            <a:r>
              <a:rPr lang="en-US" sz="1200" dirty="0">
                <a:latin typeface="Times New Roman" charset="0"/>
                <a:ea typeface="ＭＳ Ｐゴシック" charset="0"/>
                <a:cs typeface="ＭＳ Ｐゴシック" charset="0"/>
              </a:rPr>
              <a:t>, 300, 50);</a:t>
            </a:r>
          </a:p>
          <a:p>
            <a:pPr>
              <a:defRPr/>
            </a:pPr>
            <a:r>
              <a:rPr lang="en-US" sz="1200" dirty="0">
                <a:latin typeface="Times New Roman" charset="0"/>
                <a:ea typeface="ＭＳ Ｐゴシック" charset="0"/>
                <a:cs typeface="ＭＳ Ｐゴシック" charset="0"/>
              </a:rPr>
              <a:t>    </a:t>
            </a:r>
            <a:r>
              <a:rPr lang="en-US" sz="1200" dirty="0" err="1">
                <a:latin typeface="Times New Roman" charset="0"/>
                <a:ea typeface="ＭＳ Ｐゴシック" charset="0"/>
                <a:cs typeface="ＭＳ Ｐゴシック" charset="0"/>
              </a:rPr>
              <a:t>primaryStage.setTitle</a:t>
            </a:r>
            <a:r>
              <a:rPr lang="en-US" sz="1200" dirty="0">
                <a:latin typeface="Times New Roman" charset="0"/>
                <a:ea typeface="ＭＳ Ｐゴシック" charset="0"/>
                <a:cs typeface="ＭＳ Ｐゴシック" charset="0"/>
              </a:rPr>
              <a:t>("</a:t>
            </a:r>
            <a:r>
              <a:rPr lang="en-US" sz="1200" dirty="0" err="1">
                <a:latin typeface="Times New Roman" charset="0"/>
                <a:ea typeface="ＭＳ Ｐゴシック" charset="0"/>
                <a:cs typeface="ＭＳ Ｐゴシック" charset="0"/>
              </a:rPr>
              <a:t>AnonymousHandlerDemo</a:t>
            </a:r>
            <a:r>
              <a:rPr lang="en-US" sz="1200" dirty="0">
                <a:latin typeface="Times New Roman" charset="0"/>
                <a:ea typeface="ＭＳ Ｐゴシック" charset="0"/>
                <a:cs typeface="ＭＳ Ｐゴシック" charset="0"/>
              </a:rPr>
              <a:t>"); // Set title</a:t>
            </a:r>
          </a:p>
          <a:p>
            <a:pPr>
              <a:defRPr/>
            </a:pPr>
            <a:r>
              <a:rPr lang="en-US" sz="1200" dirty="0">
                <a:latin typeface="Times New Roman" charset="0"/>
                <a:ea typeface="ＭＳ Ｐゴシック" charset="0"/>
                <a:cs typeface="ＭＳ Ｐゴシック" charset="0"/>
              </a:rPr>
              <a:t>    </a:t>
            </a:r>
            <a:r>
              <a:rPr lang="en-US" sz="1200" dirty="0" err="1">
                <a:latin typeface="Times New Roman" charset="0"/>
                <a:ea typeface="ＭＳ Ｐゴシック" charset="0"/>
                <a:cs typeface="ＭＳ Ｐゴシック" charset="0"/>
              </a:rPr>
              <a:t>primaryStage.setScene</a:t>
            </a:r>
            <a:r>
              <a:rPr lang="en-US" sz="1200" dirty="0">
                <a:latin typeface="Times New Roman" charset="0"/>
                <a:ea typeface="ＭＳ Ｐゴシック" charset="0"/>
                <a:cs typeface="ＭＳ Ｐゴシック" charset="0"/>
              </a:rPr>
              <a:t>(scene); // Place the scene in the stage</a:t>
            </a:r>
          </a:p>
          <a:p>
            <a:pPr>
              <a:defRPr/>
            </a:pPr>
            <a:r>
              <a:rPr lang="en-US" sz="1200" dirty="0">
                <a:latin typeface="Times New Roman" charset="0"/>
                <a:ea typeface="ＭＳ Ｐゴシック" charset="0"/>
                <a:cs typeface="ＭＳ Ｐゴシック" charset="0"/>
              </a:rPr>
              <a:t>    </a:t>
            </a:r>
            <a:r>
              <a:rPr lang="en-US" sz="1200" dirty="0" err="1">
                <a:latin typeface="Times New Roman" charset="0"/>
                <a:ea typeface="ＭＳ Ｐゴシック" charset="0"/>
                <a:cs typeface="ＭＳ Ｐゴシック" charset="0"/>
              </a:rPr>
              <a:t>primaryStage.show</a:t>
            </a:r>
            <a:r>
              <a:rPr lang="en-US" sz="1200" dirty="0">
                <a:latin typeface="Times New Roman" charset="0"/>
                <a:ea typeface="ＭＳ Ｐゴシック" charset="0"/>
                <a:cs typeface="ＭＳ Ｐゴシック" charset="0"/>
              </a:rPr>
              <a:t>(); // Display the stage</a:t>
            </a:r>
          </a:p>
          <a:p>
            <a:pPr>
              <a:defRPr/>
            </a:pPr>
            <a:r>
              <a:rPr lang="en-US" sz="1200" dirty="0">
                <a:latin typeface="Times New Roman" charset="0"/>
                <a:ea typeface="ＭＳ Ｐゴシック" charset="0"/>
                <a:cs typeface="ＭＳ Ｐゴシック" charset="0"/>
              </a:rPr>
              <a:t>  }</a:t>
            </a:r>
          </a:p>
          <a:p>
            <a:pPr>
              <a:defRPr/>
            </a:pPr>
            <a:r>
              <a:rPr lang="en-US" sz="1200" dirty="0">
                <a:latin typeface="Times New Roman" charset="0"/>
                <a:ea typeface="ＭＳ Ｐゴシック" charset="0"/>
                <a:cs typeface="ＭＳ Ｐゴシック" charset="0"/>
              </a:rPr>
              <a:t>  </a:t>
            </a:r>
          </a:p>
          <a:p>
            <a:pPr>
              <a:defRPr/>
            </a:pPr>
            <a:r>
              <a:rPr lang="en-US" sz="1200" dirty="0">
                <a:latin typeface="Times New Roman" charset="0"/>
                <a:ea typeface="ＭＳ Ｐゴシック" charset="0"/>
                <a:cs typeface="ＭＳ Ｐゴシック" charset="0"/>
              </a:rPr>
              <a:t>  /**</a:t>
            </a:r>
          </a:p>
          <a:p>
            <a:pPr>
              <a:defRPr/>
            </a:pPr>
            <a:r>
              <a:rPr lang="en-US" sz="1200" dirty="0">
                <a:latin typeface="Times New Roman" charset="0"/>
                <a:ea typeface="ＭＳ Ｐゴシック" charset="0"/>
                <a:cs typeface="ＭＳ Ｐゴシック" charset="0"/>
              </a:rPr>
              <a:t>   * The main method is only needed for the IDE with limited</a:t>
            </a:r>
          </a:p>
          <a:p>
            <a:pPr>
              <a:defRPr/>
            </a:pPr>
            <a:r>
              <a:rPr lang="en-US" sz="1200" dirty="0">
                <a:latin typeface="Times New Roman" charset="0"/>
                <a:ea typeface="ＭＳ Ｐゴシック" charset="0"/>
                <a:cs typeface="ＭＳ Ｐゴシック" charset="0"/>
              </a:rPr>
              <a:t>   * </a:t>
            </a:r>
            <a:r>
              <a:rPr lang="en-US" sz="1200" dirty="0" err="1">
                <a:latin typeface="Times New Roman" charset="0"/>
                <a:ea typeface="ＭＳ Ｐゴシック" charset="0"/>
                <a:cs typeface="ＭＳ Ｐゴシック" charset="0"/>
              </a:rPr>
              <a:t>JavaFX</a:t>
            </a:r>
            <a:r>
              <a:rPr lang="en-US" sz="1200" dirty="0">
                <a:latin typeface="Times New Roman" charset="0"/>
                <a:ea typeface="ＭＳ Ｐゴシック" charset="0"/>
                <a:cs typeface="ＭＳ Ｐゴシック" charset="0"/>
              </a:rPr>
              <a:t> support. Not needed for running from the command line.</a:t>
            </a:r>
          </a:p>
          <a:p>
            <a:pPr>
              <a:defRPr/>
            </a:pPr>
            <a:r>
              <a:rPr lang="en-US" sz="1200" dirty="0">
                <a:latin typeface="Times New Roman" charset="0"/>
                <a:ea typeface="ＭＳ Ｐゴシック" charset="0"/>
                <a:cs typeface="ＭＳ Ｐゴシック" charset="0"/>
              </a:rPr>
              <a:t>   */</a:t>
            </a:r>
          </a:p>
          <a:p>
            <a:pPr>
              <a:defRPr/>
            </a:pPr>
            <a:r>
              <a:rPr lang="en-US" sz="1200" dirty="0">
                <a:latin typeface="Times New Roman" charset="0"/>
                <a:ea typeface="ＭＳ Ｐゴシック" charset="0"/>
                <a:cs typeface="ＭＳ Ｐゴシック" charset="0"/>
              </a:rPr>
              <a:t>  public static void main(String[] </a:t>
            </a:r>
            <a:r>
              <a:rPr lang="en-US" sz="1200" dirty="0" err="1">
                <a:latin typeface="Times New Roman" charset="0"/>
                <a:ea typeface="ＭＳ Ｐゴシック" charset="0"/>
                <a:cs typeface="ＭＳ Ｐゴシック" charset="0"/>
              </a:rPr>
              <a:t>args</a:t>
            </a:r>
            <a:r>
              <a:rPr lang="en-US" sz="1200" dirty="0">
                <a:latin typeface="Times New Roman" charset="0"/>
                <a:ea typeface="ＭＳ Ｐゴシック" charset="0"/>
                <a:cs typeface="ＭＳ Ｐゴシック" charset="0"/>
              </a:rPr>
              <a:t>) {</a:t>
            </a:r>
          </a:p>
          <a:p>
            <a:pPr>
              <a:defRPr/>
            </a:pPr>
            <a:r>
              <a:rPr lang="en-US" sz="1200" dirty="0">
                <a:latin typeface="Times New Roman" charset="0"/>
                <a:ea typeface="ＭＳ Ｐゴシック" charset="0"/>
                <a:cs typeface="ＭＳ Ｐゴシック" charset="0"/>
              </a:rPr>
              <a:t>    launch(</a:t>
            </a:r>
            <a:r>
              <a:rPr lang="en-US" sz="1200" dirty="0" err="1">
                <a:latin typeface="Times New Roman" charset="0"/>
                <a:ea typeface="ＭＳ Ｐゴシック" charset="0"/>
                <a:cs typeface="ＭＳ Ｐゴシック" charset="0"/>
              </a:rPr>
              <a:t>args</a:t>
            </a:r>
            <a:r>
              <a:rPr lang="en-US" sz="1200" dirty="0">
                <a:latin typeface="Times New Roman" charset="0"/>
                <a:ea typeface="ＭＳ Ｐゴシック" charset="0"/>
                <a:cs typeface="ＭＳ Ｐゴシック" charset="0"/>
              </a:rPr>
              <a:t>);</a:t>
            </a:r>
          </a:p>
          <a:p>
            <a:pPr>
              <a:defRPr/>
            </a:pPr>
            <a:r>
              <a:rPr lang="en-US" sz="1200" dirty="0">
                <a:latin typeface="Times New Roman" charset="0"/>
                <a:ea typeface="ＭＳ Ｐゴシック" charset="0"/>
                <a:cs typeface="ＭＳ Ｐゴシック" charset="0"/>
              </a:rPr>
              <a:t>  }</a:t>
            </a:r>
          </a:p>
          <a:p>
            <a:pPr>
              <a:defRPr/>
            </a:pPr>
            <a:r>
              <a:rPr lang="en-US" sz="1200" dirty="0">
                <a:latin typeface="Times New Roman" charset="0"/>
                <a:ea typeface="ＭＳ Ｐゴシック" charset="0"/>
                <a:cs typeface="ＭＳ Ｐゴシック" charset="0"/>
              </a:rPr>
              <a:t>}</a:t>
            </a:r>
          </a:p>
        </p:txBody>
      </p:sp>
      <p:pic>
        <p:nvPicPr>
          <p:cNvPr id="5" name="Picture 4"/>
          <p:cNvPicPr>
            <a:picLocks noChangeAspect="1"/>
          </p:cNvPicPr>
          <p:nvPr/>
        </p:nvPicPr>
        <p:blipFill>
          <a:blip r:embed="rId2" cstate="print"/>
          <a:stretch>
            <a:fillRect/>
          </a:stretch>
        </p:blipFill>
        <p:spPr>
          <a:xfrm>
            <a:off x="4876800" y="5486400"/>
            <a:ext cx="3810000" cy="914400"/>
          </a:xfrm>
          <a:prstGeom prst="rect">
            <a:avLst/>
          </a:prstGeom>
          <a:ln>
            <a:solidFill>
              <a:schemeClr val="bg1">
                <a:lumMod val="75000"/>
              </a:schemeClr>
            </a:solidFill>
          </a:ln>
        </p:spPr>
      </p:pic>
    </p:spTree>
  </p:cSld>
  <p:clrMapOvr>
    <a:masterClrMapping/>
  </p:clrMapOvr>
  <p:transition>
    <p:random/>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5" name="Rectangle 2"/>
          <p:cNvSpPr>
            <a:spLocks noGrp="1" noChangeArrowheads="1"/>
          </p:cNvSpPr>
          <p:nvPr>
            <p:ph type="title"/>
          </p:nvPr>
        </p:nvSpPr>
        <p:spPr>
          <a:xfrm>
            <a:off x="304800" y="228600"/>
            <a:ext cx="8458200" cy="1295400"/>
          </a:xfrm>
        </p:spPr>
        <p:txBody>
          <a:bodyPr/>
          <a:lstStyle/>
          <a:p>
            <a:pPr algn="ctr">
              <a:defRPr/>
            </a:pPr>
            <a:r>
              <a:rPr lang="en-US" sz="4000" b="1" dirty="0">
                <a:solidFill>
                  <a:schemeClr val="tx1"/>
                </a:solidFill>
                <a:latin typeface="Times New Roman" panose="02020603050405020304" pitchFamily="18" charset="0"/>
                <a:ea typeface="ＭＳ Ｐゴシック" charset="0"/>
                <a:cs typeface="Times New Roman" panose="02020603050405020304" pitchFamily="18" charset="0"/>
              </a:rPr>
              <a:t>Simplifying Event Handing Using Lambda Expressions</a:t>
            </a:r>
          </a:p>
        </p:txBody>
      </p:sp>
      <p:sp>
        <p:nvSpPr>
          <p:cNvPr id="28676" name="Rectangle 3"/>
          <p:cNvSpPr>
            <a:spLocks noGrp="1" noChangeArrowheads="1"/>
          </p:cNvSpPr>
          <p:nvPr>
            <p:ph idx="1"/>
          </p:nvPr>
        </p:nvSpPr>
        <p:spPr>
          <a:xfrm>
            <a:off x="228600" y="1676400"/>
            <a:ext cx="8686800" cy="2667000"/>
          </a:xfrm>
        </p:spPr>
        <p:txBody>
          <a:bodyPr/>
          <a:lstStyle/>
          <a:p>
            <a:pPr marL="0" indent="0">
              <a:buFont typeface="Monotype Sorts" charset="0"/>
              <a:buNone/>
              <a:defRPr/>
            </a:pPr>
            <a:r>
              <a:rPr lang="en-US" sz="2800" i="1" dirty="0">
                <a:latin typeface="Times New Roman" panose="02020603050405020304" pitchFamily="18" charset="0"/>
                <a:ea typeface="ＭＳ Ｐゴシック" charset="0"/>
                <a:cs typeface="Times New Roman" panose="02020603050405020304" pitchFamily="18" charset="0"/>
              </a:rPr>
              <a:t>Lambda expression</a:t>
            </a:r>
            <a:r>
              <a:rPr lang="en-US" sz="2800" dirty="0">
                <a:latin typeface="Times New Roman" panose="02020603050405020304" pitchFamily="18" charset="0"/>
                <a:ea typeface="ＭＳ Ｐゴシック" charset="0"/>
                <a:cs typeface="Times New Roman" panose="02020603050405020304" pitchFamily="18" charset="0"/>
              </a:rPr>
              <a:t> is a new feature in Java 8. Lambda expressions can be viewed as an anonymous method with a concise syntax. For example, the following code in (a) can be greatly simplified using a lambda expression in (b) in three lines.</a:t>
            </a:r>
          </a:p>
        </p:txBody>
      </p:sp>
      <p:sp>
        <p:nvSpPr>
          <p:cNvPr id="88069" name="Rectangle 2"/>
          <p:cNvSpPr>
            <a:spLocks noChangeArrowheads="1"/>
          </p:cNvSpPr>
          <p:nvPr/>
        </p:nvSpPr>
        <p:spPr bwMode="auto">
          <a:xfrm>
            <a:off x="0" y="0"/>
            <a:ext cx="9144000" cy="0"/>
          </a:xfrm>
          <a:prstGeom prst="rect">
            <a:avLst/>
          </a:prstGeom>
          <a:noFill/>
          <a:ln>
            <a:noFill/>
          </a:ln>
          <a:effectLst>
            <a:prstShdw prst="shdw17" dist="17961" dir="2700000">
              <a:srgbClr val="7A7A7A"/>
            </a:prst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Lst>
        </p:spPr>
        <p:txBody>
          <a:bodyPr wrap="none" anchor="ctr">
            <a:spAutoFit/>
          </a:bodyPr>
          <a:lstStyle>
            <a:lvl1pPr>
              <a:defRPr sz="2400">
                <a:solidFill>
                  <a:schemeClr val="tx1"/>
                </a:solidFill>
                <a:latin typeface="Times New Roman" pitchFamily="18" charset="0"/>
                <a:ea typeface="MS PGothic" pitchFamily="34" charset="-128"/>
              </a:defRPr>
            </a:lvl1pPr>
            <a:lvl2pPr marL="742950" indent="-285750">
              <a:defRPr sz="2400">
                <a:solidFill>
                  <a:schemeClr val="tx1"/>
                </a:solidFill>
                <a:latin typeface="Times New Roman" pitchFamily="18" charset="0"/>
                <a:ea typeface="MS PGothic" pitchFamily="34" charset="-128"/>
              </a:defRPr>
            </a:lvl2pPr>
            <a:lvl3pPr marL="1143000" indent="-228600">
              <a:defRPr sz="2400">
                <a:solidFill>
                  <a:schemeClr val="tx1"/>
                </a:solidFill>
                <a:latin typeface="Times New Roman" pitchFamily="18" charset="0"/>
                <a:ea typeface="MS PGothic" pitchFamily="34" charset="-128"/>
              </a:defRPr>
            </a:lvl3pPr>
            <a:lvl4pPr marL="1600200" indent="-228600">
              <a:defRPr sz="2400">
                <a:solidFill>
                  <a:schemeClr val="tx1"/>
                </a:solidFill>
                <a:latin typeface="Times New Roman" pitchFamily="18" charset="0"/>
                <a:ea typeface="MS PGothic" pitchFamily="34" charset="-128"/>
              </a:defRPr>
            </a:lvl4pPr>
            <a:lvl5pPr marL="2057400" indent="-228600">
              <a:defRPr sz="2400">
                <a:solidFill>
                  <a:schemeClr val="tx1"/>
                </a:solidFill>
                <a:latin typeface="Times New Roman" pitchFamily="18" charset="0"/>
                <a:ea typeface="MS PGothic" pitchFamily="34" charset="-128"/>
              </a:defRPr>
            </a:lvl5pPr>
            <a:lvl6pPr marL="2514600" indent="-228600" eaLnBrk="0" fontAlgn="base" hangingPunct="0">
              <a:spcBef>
                <a:spcPct val="0"/>
              </a:spcBef>
              <a:spcAft>
                <a:spcPct val="0"/>
              </a:spcAft>
              <a:defRPr sz="2400">
                <a:solidFill>
                  <a:schemeClr val="tx1"/>
                </a:solidFill>
                <a:latin typeface="Times New Roman" pitchFamily="18" charset="0"/>
                <a:ea typeface="MS PGothic" pitchFamily="34" charset="-128"/>
              </a:defRPr>
            </a:lvl6pPr>
            <a:lvl7pPr marL="2971800" indent="-228600" eaLnBrk="0" fontAlgn="base" hangingPunct="0">
              <a:spcBef>
                <a:spcPct val="0"/>
              </a:spcBef>
              <a:spcAft>
                <a:spcPct val="0"/>
              </a:spcAft>
              <a:defRPr sz="2400">
                <a:solidFill>
                  <a:schemeClr val="tx1"/>
                </a:solidFill>
                <a:latin typeface="Times New Roman" pitchFamily="18" charset="0"/>
                <a:ea typeface="MS PGothic" pitchFamily="34" charset="-128"/>
              </a:defRPr>
            </a:lvl7pPr>
            <a:lvl8pPr marL="3429000" indent="-228600" eaLnBrk="0" fontAlgn="base" hangingPunct="0">
              <a:spcBef>
                <a:spcPct val="0"/>
              </a:spcBef>
              <a:spcAft>
                <a:spcPct val="0"/>
              </a:spcAft>
              <a:defRPr sz="2400">
                <a:solidFill>
                  <a:schemeClr val="tx1"/>
                </a:solidFill>
                <a:latin typeface="Times New Roman" pitchFamily="18" charset="0"/>
                <a:ea typeface="MS PGothic" pitchFamily="34" charset="-128"/>
              </a:defRPr>
            </a:lvl8pPr>
            <a:lvl9pPr marL="3886200" indent="-228600" eaLnBrk="0" fontAlgn="base" hangingPunct="0">
              <a:spcBef>
                <a:spcPct val="0"/>
              </a:spcBef>
              <a:spcAft>
                <a:spcPct val="0"/>
              </a:spcAft>
              <a:defRPr sz="2400">
                <a:solidFill>
                  <a:schemeClr val="tx1"/>
                </a:solidFill>
                <a:latin typeface="Times New Roman" pitchFamily="18" charset="0"/>
                <a:ea typeface="MS PGothic" pitchFamily="34" charset="-128"/>
              </a:defRPr>
            </a:lvl9pPr>
          </a:lstStyle>
          <a:p>
            <a:endParaRPr lang="ms-MY" altLang="en-US"/>
          </a:p>
        </p:txBody>
      </p:sp>
      <p:sp>
        <p:nvSpPr>
          <p:cNvPr id="88070" name="Rectangle 4"/>
          <p:cNvSpPr>
            <a:spLocks noChangeArrowheads="1"/>
          </p:cNvSpPr>
          <p:nvPr/>
        </p:nvSpPr>
        <p:spPr bwMode="auto">
          <a:xfrm>
            <a:off x="0" y="0"/>
            <a:ext cx="9144000" cy="0"/>
          </a:xfrm>
          <a:prstGeom prst="rect">
            <a:avLst/>
          </a:prstGeom>
          <a:noFill/>
          <a:ln>
            <a:noFill/>
          </a:ln>
          <a:effectLst>
            <a:prstShdw prst="shdw17" dist="17961" dir="2700000">
              <a:srgbClr val="7A7A7A"/>
            </a:prst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Lst>
        </p:spPr>
        <p:txBody>
          <a:bodyPr wrap="none" anchor="ctr">
            <a:spAutoFit/>
          </a:bodyPr>
          <a:lstStyle>
            <a:lvl1pPr>
              <a:defRPr sz="2400">
                <a:solidFill>
                  <a:schemeClr val="tx1"/>
                </a:solidFill>
                <a:latin typeface="Times New Roman" pitchFamily="18" charset="0"/>
                <a:ea typeface="MS PGothic" pitchFamily="34" charset="-128"/>
              </a:defRPr>
            </a:lvl1pPr>
            <a:lvl2pPr marL="742950" indent="-285750">
              <a:defRPr sz="2400">
                <a:solidFill>
                  <a:schemeClr val="tx1"/>
                </a:solidFill>
                <a:latin typeface="Times New Roman" pitchFamily="18" charset="0"/>
                <a:ea typeface="MS PGothic" pitchFamily="34" charset="-128"/>
              </a:defRPr>
            </a:lvl2pPr>
            <a:lvl3pPr marL="1143000" indent="-228600">
              <a:defRPr sz="2400">
                <a:solidFill>
                  <a:schemeClr val="tx1"/>
                </a:solidFill>
                <a:latin typeface="Times New Roman" pitchFamily="18" charset="0"/>
                <a:ea typeface="MS PGothic" pitchFamily="34" charset="-128"/>
              </a:defRPr>
            </a:lvl3pPr>
            <a:lvl4pPr marL="1600200" indent="-228600">
              <a:defRPr sz="2400">
                <a:solidFill>
                  <a:schemeClr val="tx1"/>
                </a:solidFill>
                <a:latin typeface="Times New Roman" pitchFamily="18" charset="0"/>
                <a:ea typeface="MS PGothic" pitchFamily="34" charset="-128"/>
              </a:defRPr>
            </a:lvl4pPr>
            <a:lvl5pPr marL="2057400" indent="-228600">
              <a:defRPr sz="2400">
                <a:solidFill>
                  <a:schemeClr val="tx1"/>
                </a:solidFill>
                <a:latin typeface="Times New Roman" pitchFamily="18" charset="0"/>
                <a:ea typeface="MS PGothic" pitchFamily="34" charset="-128"/>
              </a:defRPr>
            </a:lvl5pPr>
            <a:lvl6pPr marL="2514600" indent="-228600" eaLnBrk="0" fontAlgn="base" hangingPunct="0">
              <a:spcBef>
                <a:spcPct val="0"/>
              </a:spcBef>
              <a:spcAft>
                <a:spcPct val="0"/>
              </a:spcAft>
              <a:defRPr sz="2400">
                <a:solidFill>
                  <a:schemeClr val="tx1"/>
                </a:solidFill>
                <a:latin typeface="Times New Roman" pitchFamily="18" charset="0"/>
                <a:ea typeface="MS PGothic" pitchFamily="34" charset="-128"/>
              </a:defRPr>
            </a:lvl6pPr>
            <a:lvl7pPr marL="2971800" indent="-228600" eaLnBrk="0" fontAlgn="base" hangingPunct="0">
              <a:spcBef>
                <a:spcPct val="0"/>
              </a:spcBef>
              <a:spcAft>
                <a:spcPct val="0"/>
              </a:spcAft>
              <a:defRPr sz="2400">
                <a:solidFill>
                  <a:schemeClr val="tx1"/>
                </a:solidFill>
                <a:latin typeface="Times New Roman" pitchFamily="18" charset="0"/>
                <a:ea typeface="MS PGothic" pitchFamily="34" charset="-128"/>
              </a:defRPr>
            </a:lvl7pPr>
            <a:lvl8pPr marL="3429000" indent="-228600" eaLnBrk="0" fontAlgn="base" hangingPunct="0">
              <a:spcBef>
                <a:spcPct val="0"/>
              </a:spcBef>
              <a:spcAft>
                <a:spcPct val="0"/>
              </a:spcAft>
              <a:defRPr sz="2400">
                <a:solidFill>
                  <a:schemeClr val="tx1"/>
                </a:solidFill>
                <a:latin typeface="Times New Roman" pitchFamily="18" charset="0"/>
                <a:ea typeface="MS PGothic" pitchFamily="34" charset="-128"/>
              </a:defRPr>
            </a:lvl8pPr>
            <a:lvl9pPr marL="3886200" indent="-228600" eaLnBrk="0" fontAlgn="base" hangingPunct="0">
              <a:spcBef>
                <a:spcPct val="0"/>
              </a:spcBef>
              <a:spcAft>
                <a:spcPct val="0"/>
              </a:spcAft>
              <a:defRPr sz="2400">
                <a:solidFill>
                  <a:schemeClr val="tx1"/>
                </a:solidFill>
                <a:latin typeface="Times New Roman" pitchFamily="18" charset="0"/>
                <a:ea typeface="MS PGothic" pitchFamily="34" charset="-128"/>
              </a:defRPr>
            </a:lvl9pPr>
          </a:lstStyle>
          <a:p>
            <a:endParaRPr lang="ms-MY" altLang="en-US"/>
          </a:p>
        </p:txBody>
      </p:sp>
      <p:graphicFrame>
        <p:nvGraphicFramePr>
          <p:cNvPr id="2" name="Object 1"/>
          <p:cNvGraphicFramePr>
            <a:graphicFrameLocks noChangeAspect="1"/>
          </p:cNvGraphicFramePr>
          <p:nvPr/>
        </p:nvGraphicFramePr>
        <p:xfrm>
          <a:off x="128588" y="3886200"/>
          <a:ext cx="8886825" cy="2438400"/>
        </p:xfrm>
        <a:graphic>
          <a:graphicData uri="http://schemas.openxmlformats.org/presentationml/2006/ole">
            <mc:AlternateContent xmlns:mc="http://schemas.openxmlformats.org/markup-compatibility/2006">
              <mc:Choice xmlns:v="urn:schemas-microsoft-com:vml" Requires="v">
                <p:oleObj name="Picture" r:id="rId2" imgW="4799841" imgH="1312361" progId="Word.Picture.8">
                  <p:embed/>
                </p:oleObj>
              </mc:Choice>
              <mc:Fallback>
                <p:oleObj name="Picture" r:id="rId2" imgW="4799841" imgH="1312361" progId="Word.Picture.8">
                  <p:embed/>
                  <p:pic>
                    <p:nvPicPr>
                      <p:cNvPr id="2" name="Object 1"/>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8588" y="3886200"/>
                        <a:ext cx="8886825" cy="24384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cSld>
  <p:clrMapOvr>
    <a:masterClrMapping/>
  </p:clrMapOvr>
  <p:transition>
    <p:wipe dir="r"/>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9" name="Rectangle 2"/>
          <p:cNvSpPr>
            <a:spLocks noGrp="1" noChangeArrowheads="1"/>
          </p:cNvSpPr>
          <p:nvPr>
            <p:ph type="title"/>
          </p:nvPr>
        </p:nvSpPr>
        <p:spPr>
          <a:xfrm>
            <a:off x="152400" y="381000"/>
            <a:ext cx="8763000" cy="666750"/>
          </a:xfrm>
        </p:spPr>
        <p:txBody>
          <a:bodyPr/>
          <a:lstStyle/>
          <a:p>
            <a:pPr algn="ctr">
              <a:defRPr/>
            </a:pPr>
            <a:r>
              <a:rPr lang="en-US" sz="4000" b="1" dirty="0">
                <a:solidFill>
                  <a:schemeClr val="tx1"/>
                </a:solidFill>
                <a:latin typeface="Times New Roman" panose="02020603050405020304" pitchFamily="18" charset="0"/>
                <a:ea typeface="ＭＳ Ｐゴシック" charset="0"/>
                <a:cs typeface="Times New Roman" panose="02020603050405020304" pitchFamily="18" charset="0"/>
              </a:rPr>
              <a:t>Basic Syntax for a Lambda Expression</a:t>
            </a:r>
          </a:p>
        </p:txBody>
      </p:sp>
      <p:sp>
        <p:nvSpPr>
          <p:cNvPr id="29700" name="Rectangle 3"/>
          <p:cNvSpPr>
            <a:spLocks noGrp="1" noChangeArrowheads="1"/>
          </p:cNvSpPr>
          <p:nvPr>
            <p:ph idx="1"/>
          </p:nvPr>
        </p:nvSpPr>
        <p:spPr>
          <a:xfrm>
            <a:off x="76200" y="1447800"/>
            <a:ext cx="8915400" cy="4724400"/>
          </a:xfrm>
        </p:spPr>
        <p:txBody>
          <a:bodyPr/>
          <a:lstStyle/>
          <a:p>
            <a:pPr marL="0" indent="0">
              <a:buFont typeface="Monotype Sorts" charset="0"/>
              <a:buNone/>
              <a:defRPr/>
            </a:pPr>
            <a:r>
              <a:rPr lang="en-US" sz="2800" dirty="0">
                <a:latin typeface="Times New Roman" panose="02020603050405020304" pitchFamily="18" charset="0"/>
                <a:ea typeface="ＭＳ Ｐゴシック" charset="0"/>
                <a:cs typeface="Times New Roman" panose="02020603050405020304" pitchFamily="18" charset="0"/>
              </a:rPr>
              <a:t>The basic syntax for a lambda expression is either</a:t>
            </a:r>
          </a:p>
          <a:p>
            <a:pPr marL="0" indent="0">
              <a:buFont typeface="Monotype Sorts" charset="0"/>
              <a:buNone/>
              <a:defRPr/>
            </a:pPr>
            <a:r>
              <a:rPr lang="en-US" sz="2800" dirty="0">
                <a:latin typeface="Times New Roman" panose="02020603050405020304" pitchFamily="18" charset="0"/>
                <a:ea typeface="ＭＳ Ｐゴシック" charset="0"/>
                <a:cs typeface="Times New Roman" panose="02020603050405020304" pitchFamily="18" charset="0"/>
              </a:rPr>
              <a:t>  (type1 param1, type2 param2, ...) -&gt; expression</a:t>
            </a:r>
          </a:p>
          <a:p>
            <a:pPr marL="0" indent="0">
              <a:buFont typeface="Monotype Sorts" charset="0"/>
              <a:buNone/>
              <a:defRPr/>
            </a:pPr>
            <a:r>
              <a:rPr lang="en-US" sz="2800" dirty="0">
                <a:latin typeface="Times New Roman" panose="02020603050405020304" pitchFamily="18" charset="0"/>
                <a:ea typeface="ＭＳ Ｐゴシック" charset="0"/>
                <a:cs typeface="Times New Roman" panose="02020603050405020304" pitchFamily="18" charset="0"/>
              </a:rPr>
              <a:t>or</a:t>
            </a:r>
          </a:p>
          <a:p>
            <a:pPr marL="0" indent="0">
              <a:buFont typeface="Monotype Sorts" charset="0"/>
              <a:buNone/>
              <a:defRPr/>
            </a:pPr>
            <a:r>
              <a:rPr lang="en-US" sz="2800" dirty="0">
                <a:latin typeface="Times New Roman" panose="02020603050405020304" pitchFamily="18" charset="0"/>
                <a:ea typeface="ＭＳ Ｐゴシック" charset="0"/>
                <a:cs typeface="Times New Roman" panose="02020603050405020304" pitchFamily="18" charset="0"/>
              </a:rPr>
              <a:t>  (type1 param1, type2 param2, ...) -&gt; { statements; }</a:t>
            </a:r>
          </a:p>
          <a:p>
            <a:pPr marL="0" indent="0">
              <a:buFont typeface="Monotype Sorts" charset="0"/>
              <a:buNone/>
              <a:defRPr/>
            </a:pPr>
            <a:endParaRPr lang="en-US" sz="2800" dirty="0">
              <a:latin typeface="Times New Roman" panose="02020603050405020304" pitchFamily="18" charset="0"/>
              <a:ea typeface="ＭＳ Ｐゴシック" charset="0"/>
              <a:cs typeface="Times New Roman" panose="02020603050405020304" pitchFamily="18" charset="0"/>
            </a:endParaRPr>
          </a:p>
          <a:p>
            <a:pPr marL="0" indent="0">
              <a:buFont typeface="Monotype Sorts" charset="0"/>
              <a:buNone/>
              <a:defRPr/>
            </a:pPr>
            <a:r>
              <a:rPr lang="en-US" sz="2800" dirty="0">
                <a:latin typeface="Times New Roman" panose="02020603050405020304" pitchFamily="18" charset="0"/>
                <a:ea typeface="ＭＳ Ｐゴシック" charset="0"/>
                <a:cs typeface="Times New Roman" panose="02020603050405020304" pitchFamily="18" charset="0"/>
              </a:rPr>
              <a:t>The data type for a parameter may be explicitly declared or implicitly inferred by the compiler. The parentheses can be omitted if there is only one parameter without an explicit data type. </a:t>
            </a:r>
          </a:p>
        </p:txBody>
      </p:sp>
    </p:spTree>
  </p:cSld>
  <p:clrMapOvr>
    <a:masterClrMapping/>
  </p:clrMapOvr>
  <p:transition>
    <p:wipe dir="r"/>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3" name="Rectangle 2"/>
          <p:cNvSpPr>
            <a:spLocks noGrp="1" noChangeArrowheads="1"/>
          </p:cNvSpPr>
          <p:nvPr>
            <p:ph type="title"/>
          </p:nvPr>
        </p:nvSpPr>
        <p:spPr>
          <a:xfrm>
            <a:off x="76200" y="381000"/>
            <a:ext cx="8991600" cy="666750"/>
          </a:xfrm>
        </p:spPr>
        <p:txBody>
          <a:bodyPr/>
          <a:lstStyle/>
          <a:p>
            <a:pPr algn="ctr">
              <a:defRPr/>
            </a:pPr>
            <a:r>
              <a:rPr lang="en-US" sz="4000" b="1" dirty="0">
                <a:solidFill>
                  <a:schemeClr val="tx1"/>
                </a:solidFill>
                <a:latin typeface="Times New Roman" panose="02020603050405020304" pitchFamily="18" charset="0"/>
                <a:ea typeface="ＭＳ Ｐゴシック" charset="0"/>
                <a:cs typeface="Times New Roman" panose="02020603050405020304" pitchFamily="18" charset="0"/>
              </a:rPr>
              <a:t>Single Abstract Method Interface (SAM)</a:t>
            </a:r>
          </a:p>
        </p:txBody>
      </p:sp>
      <p:sp>
        <p:nvSpPr>
          <p:cNvPr id="30724" name="Rectangle 3"/>
          <p:cNvSpPr>
            <a:spLocks noGrp="1" noChangeArrowheads="1"/>
          </p:cNvSpPr>
          <p:nvPr>
            <p:ph idx="1"/>
          </p:nvPr>
        </p:nvSpPr>
        <p:spPr>
          <a:xfrm>
            <a:off x="38100" y="1752600"/>
            <a:ext cx="8915400" cy="4724400"/>
          </a:xfrm>
        </p:spPr>
        <p:txBody>
          <a:bodyPr/>
          <a:lstStyle/>
          <a:p>
            <a:pPr marL="0" indent="0">
              <a:buFont typeface="Monotype Sorts" charset="2"/>
              <a:buNone/>
              <a:defRPr/>
            </a:pPr>
            <a:r>
              <a:rPr lang="en-US" sz="2800" dirty="0">
                <a:latin typeface="Times New Roman" panose="02020603050405020304" pitchFamily="18" charset="0"/>
                <a:cs typeface="Times New Roman" panose="02020603050405020304" pitchFamily="18" charset="0"/>
              </a:rPr>
              <a:t>The statements in the lambda expression is all for that method. If it contains multiple methods, the compiler will not be able to compile the lambda expression. So, for the compiler to understand lambda expressions, the interface must contain exactly one abstract method. Such an interface is known as a </a:t>
            </a:r>
            <a:r>
              <a:rPr lang="en-US" sz="2800" i="1" dirty="0">
                <a:latin typeface="Times New Roman" panose="02020603050405020304" pitchFamily="18" charset="0"/>
                <a:cs typeface="Times New Roman" panose="02020603050405020304" pitchFamily="18" charset="0"/>
              </a:rPr>
              <a:t>functional interface</a:t>
            </a:r>
            <a:r>
              <a:rPr lang="en-US" sz="2800" dirty="0">
                <a:latin typeface="Times New Roman" panose="02020603050405020304" pitchFamily="18" charset="0"/>
                <a:cs typeface="Times New Roman" panose="02020603050405020304" pitchFamily="18" charset="0"/>
              </a:rPr>
              <a:t>, or a </a:t>
            </a:r>
            <a:r>
              <a:rPr lang="en-US" sz="2800" i="1" dirty="0">
                <a:latin typeface="Times New Roman" panose="02020603050405020304" pitchFamily="18" charset="0"/>
                <a:cs typeface="Times New Roman" panose="02020603050405020304" pitchFamily="18" charset="0"/>
              </a:rPr>
              <a:t>Single Abstract Method</a:t>
            </a:r>
            <a:r>
              <a:rPr lang="en-US" sz="2800" dirty="0">
                <a:latin typeface="Times New Roman" panose="02020603050405020304" pitchFamily="18" charset="0"/>
                <a:cs typeface="Times New Roman" panose="02020603050405020304" pitchFamily="18" charset="0"/>
              </a:rPr>
              <a:t> (SAM) interface. </a:t>
            </a:r>
          </a:p>
        </p:txBody>
      </p:sp>
      <p:sp>
        <p:nvSpPr>
          <p:cNvPr id="9" name="Rectangle 8">
            <a:hlinkClick r:id="rId2"/>
          </p:cNvPr>
          <p:cNvSpPr>
            <a:spLocks noChangeArrowheads="1"/>
          </p:cNvSpPr>
          <p:nvPr/>
        </p:nvSpPr>
        <p:spPr bwMode="auto">
          <a:xfrm>
            <a:off x="3790950" y="5638800"/>
            <a:ext cx="3149600" cy="381000"/>
          </a:xfrm>
          <a:prstGeom prst="rect">
            <a:avLst/>
          </a:prstGeom>
          <a:solidFill>
            <a:srgbClr val="92D050"/>
          </a:solidFill>
          <a:ln>
            <a:noFill/>
          </a:ln>
          <a:extLst>
            <a:ext uri="{91240B29-F687-4F45-9708-019B960494DF}">
              <a14:hiddenLine xmlns:a14="http://schemas.microsoft.com/office/drawing/2010/main" w="12700" algn="ctr">
                <a:solidFill>
                  <a:srgbClr val="000000"/>
                </a:solidFill>
                <a:round/>
                <a:headEnd type="none" w="sm" len="sm"/>
                <a:tailEnd type="none" w="sm" len="sm"/>
              </a14:hiddenLine>
            </a:ext>
          </a:extLst>
        </p:spPr>
        <p:txBody>
          <a:bodyPr/>
          <a:lstStyle>
            <a:lvl1pPr>
              <a:spcBef>
                <a:spcPct val="20000"/>
              </a:spcBef>
              <a:buClr>
                <a:schemeClr val="tx2"/>
              </a:buClr>
              <a:buSzPct val="75000"/>
              <a:buFont typeface="Monotype Sorts"/>
              <a:buChar char="F"/>
              <a:defRPr sz="3200">
                <a:solidFill>
                  <a:schemeClr val="tx1"/>
                </a:solidFill>
                <a:latin typeface="Times New Roman" pitchFamily="18" charset="0"/>
              </a:defRPr>
            </a:lvl1pPr>
            <a:lvl2pPr marL="742950" indent="-285750">
              <a:spcBef>
                <a:spcPct val="20000"/>
              </a:spcBef>
              <a:buClr>
                <a:schemeClr val="tx1"/>
              </a:buClr>
              <a:buChar char="–"/>
              <a:defRPr sz="2800">
                <a:solidFill>
                  <a:schemeClr val="tx1"/>
                </a:solidFill>
                <a:latin typeface="Times New Roman" pitchFamily="18" charset="0"/>
              </a:defRPr>
            </a:lvl2pPr>
            <a:lvl3pPr marL="1143000" indent="-228600">
              <a:spcBef>
                <a:spcPct val="20000"/>
              </a:spcBef>
              <a:buClr>
                <a:schemeClr val="accent2"/>
              </a:buClr>
              <a:buSzPct val="65000"/>
              <a:buFont typeface="Monotype Sorts"/>
              <a:buChar char="u"/>
              <a:defRPr sz="2400">
                <a:solidFill>
                  <a:schemeClr val="tx1"/>
                </a:solidFill>
                <a:latin typeface="Times New Roman" pitchFamily="18" charset="0"/>
              </a:defRPr>
            </a:lvl3pPr>
            <a:lvl4pPr marL="1600200" indent="-228600">
              <a:spcBef>
                <a:spcPct val="20000"/>
              </a:spcBef>
              <a:buClr>
                <a:schemeClr val="tx1"/>
              </a:buClr>
              <a:buChar char="–"/>
              <a:defRPr sz="2000">
                <a:solidFill>
                  <a:schemeClr val="tx1"/>
                </a:solidFill>
                <a:latin typeface="Times New Roman" pitchFamily="18" charset="0"/>
              </a:defRPr>
            </a:lvl4pPr>
            <a:lvl5pPr marL="2057400" indent="-228600">
              <a:spcBef>
                <a:spcPct val="20000"/>
              </a:spcBef>
              <a:buClr>
                <a:schemeClr val="tx2"/>
              </a:buClr>
              <a:buChar char="•"/>
              <a:defRPr sz="2000">
                <a:solidFill>
                  <a:schemeClr val="tx1"/>
                </a:solidFill>
                <a:latin typeface="Times New Roman" pitchFamily="18" charset="0"/>
              </a:defRPr>
            </a:lvl5pPr>
            <a:lvl6pPr marL="2514600" indent="-228600" eaLnBrk="0" fontAlgn="base" hangingPunct="0">
              <a:spcBef>
                <a:spcPct val="20000"/>
              </a:spcBef>
              <a:spcAft>
                <a:spcPct val="0"/>
              </a:spcAft>
              <a:buClr>
                <a:schemeClr val="tx2"/>
              </a:buClr>
              <a:buChar char="•"/>
              <a:defRPr sz="2000">
                <a:solidFill>
                  <a:schemeClr val="tx1"/>
                </a:solidFill>
                <a:latin typeface="Times New Roman" pitchFamily="18" charset="0"/>
              </a:defRPr>
            </a:lvl6pPr>
            <a:lvl7pPr marL="2971800" indent="-228600" eaLnBrk="0" fontAlgn="base" hangingPunct="0">
              <a:spcBef>
                <a:spcPct val="20000"/>
              </a:spcBef>
              <a:spcAft>
                <a:spcPct val="0"/>
              </a:spcAft>
              <a:buClr>
                <a:schemeClr val="tx2"/>
              </a:buClr>
              <a:buChar char="•"/>
              <a:defRPr sz="2000">
                <a:solidFill>
                  <a:schemeClr val="tx1"/>
                </a:solidFill>
                <a:latin typeface="Times New Roman" pitchFamily="18" charset="0"/>
              </a:defRPr>
            </a:lvl7pPr>
            <a:lvl8pPr marL="3429000" indent="-228600" eaLnBrk="0" fontAlgn="base" hangingPunct="0">
              <a:spcBef>
                <a:spcPct val="20000"/>
              </a:spcBef>
              <a:spcAft>
                <a:spcPct val="0"/>
              </a:spcAft>
              <a:buClr>
                <a:schemeClr val="tx2"/>
              </a:buClr>
              <a:buChar char="•"/>
              <a:defRPr sz="2000">
                <a:solidFill>
                  <a:schemeClr val="tx1"/>
                </a:solidFill>
                <a:latin typeface="Times New Roman" pitchFamily="18" charset="0"/>
              </a:defRPr>
            </a:lvl8pPr>
            <a:lvl9pPr marL="3886200" indent="-228600" eaLnBrk="0" fontAlgn="base" hangingPunct="0">
              <a:spcBef>
                <a:spcPct val="20000"/>
              </a:spcBef>
              <a:spcAft>
                <a:spcPct val="0"/>
              </a:spcAft>
              <a:buClr>
                <a:schemeClr val="tx2"/>
              </a:buClr>
              <a:buChar char="•"/>
              <a:defRPr sz="2000">
                <a:solidFill>
                  <a:schemeClr val="tx1"/>
                </a:solidFill>
                <a:latin typeface="Times New Roman" pitchFamily="18" charset="0"/>
              </a:defRPr>
            </a:lvl9pPr>
          </a:lstStyle>
          <a:p>
            <a:pPr algn="ctr">
              <a:spcBef>
                <a:spcPct val="0"/>
              </a:spcBef>
              <a:buClrTx/>
              <a:buSzTx/>
              <a:buFontTx/>
              <a:buNone/>
            </a:pPr>
            <a:r>
              <a:rPr lang="en-US" altLang="en-US" sz="2000" dirty="0" err="1"/>
              <a:t>LambdaHandlerDemo</a:t>
            </a:r>
            <a:endParaRPr lang="en-US" altLang="en-US" sz="2000" dirty="0"/>
          </a:p>
        </p:txBody>
      </p:sp>
      <p:sp>
        <p:nvSpPr>
          <p:cNvPr id="10" name="AutoShape 10">
            <a:hlinkClick r:id="rId3" action="ppaction://program" highlightClick="1"/>
          </p:cNvPr>
          <p:cNvSpPr>
            <a:spLocks noChangeArrowheads="1"/>
          </p:cNvSpPr>
          <p:nvPr/>
        </p:nvSpPr>
        <p:spPr bwMode="auto">
          <a:xfrm>
            <a:off x="7042150" y="5638800"/>
            <a:ext cx="698500" cy="381000"/>
          </a:xfrm>
          <a:prstGeom prst="actionButtonBlank">
            <a:avLst/>
          </a:prstGeom>
          <a:solidFill>
            <a:srgbClr val="38A1BA"/>
          </a:solidFill>
          <a:ln>
            <a:noFill/>
          </a:ln>
          <a:effectLst>
            <a:prstShdw prst="shdw17" dist="17961" dir="2700000">
              <a:srgbClr val="226170"/>
            </a:prstShdw>
          </a:effectLst>
          <a:extLst>
            <a:ext uri="{91240B29-F687-4F45-9708-019B960494DF}">
              <a14:hiddenLine xmlns:a14="http://schemas.microsoft.com/office/drawing/2010/main" w="19050">
                <a:solidFill>
                  <a:schemeClr val="tx1"/>
                </a:solidFill>
                <a:miter lim="800000"/>
                <a:headEnd type="none" w="sm" len="sm"/>
                <a:tailEnd type="none" w="sm" len="sm"/>
              </a14:hiddenLine>
            </a:ext>
          </a:extLst>
        </p:spPr>
        <p:txBody>
          <a:bodyPr wrap="none" anchor="ctr"/>
          <a:lstStyle>
            <a:lvl1pPr>
              <a:spcBef>
                <a:spcPct val="20000"/>
              </a:spcBef>
              <a:buClr>
                <a:schemeClr val="tx2"/>
              </a:buClr>
              <a:buSzPct val="75000"/>
              <a:buFont typeface="Monotype Sorts"/>
              <a:buChar char="F"/>
              <a:defRPr sz="3200">
                <a:solidFill>
                  <a:schemeClr val="tx1"/>
                </a:solidFill>
                <a:latin typeface="Times New Roman" pitchFamily="18" charset="0"/>
              </a:defRPr>
            </a:lvl1pPr>
            <a:lvl2pPr marL="742950" indent="-285750">
              <a:spcBef>
                <a:spcPct val="20000"/>
              </a:spcBef>
              <a:buClr>
                <a:schemeClr val="tx1"/>
              </a:buClr>
              <a:buChar char="–"/>
              <a:defRPr sz="2800">
                <a:solidFill>
                  <a:schemeClr val="tx1"/>
                </a:solidFill>
                <a:latin typeface="Times New Roman" pitchFamily="18" charset="0"/>
              </a:defRPr>
            </a:lvl2pPr>
            <a:lvl3pPr marL="1143000" indent="-228600">
              <a:spcBef>
                <a:spcPct val="20000"/>
              </a:spcBef>
              <a:buClr>
                <a:schemeClr val="accent2"/>
              </a:buClr>
              <a:buSzPct val="65000"/>
              <a:buFont typeface="Monotype Sorts"/>
              <a:buChar char="u"/>
              <a:defRPr sz="2400">
                <a:solidFill>
                  <a:schemeClr val="tx1"/>
                </a:solidFill>
                <a:latin typeface="Times New Roman" pitchFamily="18" charset="0"/>
              </a:defRPr>
            </a:lvl3pPr>
            <a:lvl4pPr marL="1600200" indent="-228600">
              <a:spcBef>
                <a:spcPct val="20000"/>
              </a:spcBef>
              <a:buClr>
                <a:schemeClr val="tx1"/>
              </a:buClr>
              <a:buChar char="–"/>
              <a:defRPr sz="2000">
                <a:solidFill>
                  <a:schemeClr val="tx1"/>
                </a:solidFill>
                <a:latin typeface="Times New Roman" pitchFamily="18" charset="0"/>
              </a:defRPr>
            </a:lvl4pPr>
            <a:lvl5pPr marL="2057400" indent="-228600">
              <a:spcBef>
                <a:spcPct val="20000"/>
              </a:spcBef>
              <a:buClr>
                <a:schemeClr val="tx2"/>
              </a:buClr>
              <a:buChar char="•"/>
              <a:defRPr sz="2000">
                <a:solidFill>
                  <a:schemeClr val="tx1"/>
                </a:solidFill>
                <a:latin typeface="Times New Roman" pitchFamily="18" charset="0"/>
              </a:defRPr>
            </a:lvl5pPr>
            <a:lvl6pPr marL="2514600" indent="-228600" eaLnBrk="0" fontAlgn="base" hangingPunct="0">
              <a:spcBef>
                <a:spcPct val="20000"/>
              </a:spcBef>
              <a:spcAft>
                <a:spcPct val="0"/>
              </a:spcAft>
              <a:buClr>
                <a:schemeClr val="tx2"/>
              </a:buClr>
              <a:buChar char="•"/>
              <a:defRPr sz="2000">
                <a:solidFill>
                  <a:schemeClr val="tx1"/>
                </a:solidFill>
                <a:latin typeface="Times New Roman" pitchFamily="18" charset="0"/>
              </a:defRPr>
            </a:lvl6pPr>
            <a:lvl7pPr marL="2971800" indent="-228600" eaLnBrk="0" fontAlgn="base" hangingPunct="0">
              <a:spcBef>
                <a:spcPct val="20000"/>
              </a:spcBef>
              <a:spcAft>
                <a:spcPct val="0"/>
              </a:spcAft>
              <a:buClr>
                <a:schemeClr val="tx2"/>
              </a:buClr>
              <a:buChar char="•"/>
              <a:defRPr sz="2000">
                <a:solidFill>
                  <a:schemeClr val="tx1"/>
                </a:solidFill>
                <a:latin typeface="Times New Roman" pitchFamily="18" charset="0"/>
              </a:defRPr>
            </a:lvl7pPr>
            <a:lvl8pPr marL="3429000" indent="-228600" eaLnBrk="0" fontAlgn="base" hangingPunct="0">
              <a:spcBef>
                <a:spcPct val="20000"/>
              </a:spcBef>
              <a:spcAft>
                <a:spcPct val="0"/>
              </a:spcAft>
              <a:buClr>
                <a:schemeClr val="tx2"/>
              </a:buClr>
              <a:buChar char="•"/>
              <a:defRPr sz="2000">
                <a:solidFill>
                  <a:schemeClr val="tx1"/>
                </a:solidFill>
                <a:latin typeface="Times New Roman" pitchFamily="18" charset="0"/>
              </a:defRPr>
            </a:lvl8pPr>
            <a:lvl9pPr marL="3886200" indent="-228600" eaLnBrk="0" fontAlgn="base" hangingPunct="0">
              <a:spcBef>
                <a:spcPct val="20000"/>
              </a:spcBef>
              <a:spcAft>
                <a:spcPct val="0"/>
              </a:spcAft>
              <a:buClr>
                <a:schemeClr val="tx2"/>
              </a:buClr>
              <a:buChar char="•"/>
              <a:defRPr sz="2000">
                <a:solidFill>
                  <a:schemeClr val="tx1"/>
                </a:solidFill>
                <a:latin typeface="Times New Roman" pitchFamily="18" charset="0"/>
              </a:defRPr>
            </a:lvl9pPr>
          </a:lstStyle>
          <a:p>
            <a:pPr algn="ctr">
              <a:spcBef>
                <a:spcPct val="0"/>
              </a:spcBef>
              <a:buClrTx/>
              <a:buSzTx/>
              <a:buFontTx/>
              <a:buNone/>
            </a:pPr>
            <a:r>
              <a:rPr lang="en-US" altLang="en-US" sz="1800" dirty="0">
                <a:latin typeface="Book Antiqua" pitchFamily="18" charset="0"/>
              </a:rPr>
              <a:t>Run</a:t>
            </a:r>
            <a:endParaRPr lang="en-US" altLang="en-US" sz="1800" dirty="0"/>
          </a:p>
        </p:txBody>
      </p:sp>
    </p:spTree>
  </p:cSld>
  <p:clrMapOvr>
    <a:masterClrMapping/>
  </p:clrMapOvr>
  <p:transition>
    <p:wipe dir="r"/>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139" name="Rectangle 2"/>
          <p:cNvSpPr>
            <a:spLocks noChangeArrowheads="1"/>
          </p:cNvSpPr>
          <p:nvPr/>
        </p:nvSpPr>
        <p:spPr bwMode="auto">
          <a:xfrm>
            <a:off x="0" y="-11113"/>
            <a:ext cx="4572000" cy="6370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New Roman" pitchFamily="18" charset="0"/>
                <a:ea typeface="MS PGothic" pitchFamily="34" charset="-128"/>
              </a:defRPr>
            </a:lvl1pPr>
            <a:lvl2pPr marL="742950" indent="-285750">
              <a:defRPr sz="2400">
                <a:solidFill>
                  <a:schemeClr val="tx1"/>
                </a:solidFill>
                <a:latin typeface="Times New Roman" pitchFamily="18" charset="0"/>
                <a:ea typeface="MS PGothic" pitchFamily="34" charset="-128"/>
              </a:defRPr>
            </a:lvl2pPr>
            <a:lvl3pPr marL="1143000" indent="-228600">
              <a:defRPr sz="2400">
                <a:solidFill>
                  <a:schemeClr val="tx1"/>
                </a:solidFill>
                <a:latin typeface="Times New Roman" pitchFamily="18" charset="0"/>
                <a:ea typeface="MS PGothic" pitchFamily="34" charset="-128"/>
              </a:defRPr>
            </a:lvl3pPr>
            <a:lvl4pPr marL="1600200" indent="-228600">
              <a:defRPr sz="2400">
                <a:solidFill>
                  <a:schemeClr val="tx1"/>
                </a:solidFill>
                <a:latin typeface="Times New Roman" pitchFamily="18" charset="0"/>
                <a:ea typeface="MS PGothic" pitchFamily="34" charset="-128"/>
              </a:defRPr>
            </a:lvl4pPr>
            <a:lvl5pPr marL="2057400" indent="-228600">
              <a:defRPr sz="2400">
                <a:solidFill>
                  <a:schemeClr val="tx1"/>
                </a:solidFill>
                <a:latin typeface="Times New Roman" pitchFamily="18" charset="0"/>
                <a:ea typeface="MS PGothic" pitchFamily="34" charset="-128"/>
              </a:defRPr>
            </a:lvl5pPr>
            <a:lvl6pPr marL="2514600" indent="-228600" eaLnBrk="0" fontAlgn="base" hangingPunct="0">
              <a:spcBef>
                <a:spcPct val="0"/>
              </a:spcBef>
              <a:spcAft>
                <a:spcPct val="0"/>
              </a:spcAft>
              <a:defRPr sz="2400">
                <a:solidFill>
                  <a:schemeClr val="tx1"/>
                </a:solidFill>
                <a:latin typeface="Times New Roman" pitchFamily="18" charset="0"/>
                <a:ea typeface="MS PGothic" pitchFamily="34" charset="-128"/>
              </a:defRPr>
            </a:lvl6pPr>
            <a:lvl7pPr marL="2971800" indent="-228600" eaLnBrk="0" fontAlgn="base" hangingPunct="0">
              <a:spcBef>
                <a:spcPct val="0"/>
              </a:spcBef>
              <a:spcAft>
                <a:spcPct val="0"/>
              </a:spcAft>
              <a:defRPr sz="2400">
                <a:solidFill>
                  <a:schemeClr val="tx1"/>
                </a:solidFill>
                <a:latin typeface="Times New Roman" pitchFamily="18" charset="0"/>
                <a:ea typeface="MS PGothic" pitchFamily="34" charset="-128"/>
              </a:defRPr>
            </a:lvl7pPr>
            <a:lvl8pPr marL="3429000" indent="-228600" eaLnBrk="0" fontAlgn="base" hangingPunct="0">
              <a:spcBef>
                <a:spcPct val="0"/>
              </a:spcBef>
              <a:spcAft>
                <a:spcPct val="0"/>
              </a:spcAft>
              <a:defRPr sz="2400">
                <a:solidFill>
                  <a:schemeClr val="tx1"/>
                </a:solidFill>
                <a:latin typeface="Times New Roman" pitchFamily="18" charset="0"/>
                <a:ea typeface="MS PGothic" pitchFamily="34" charset="-128"/>
              </a:defRPr>
            </a:lvl8pPr>
            <a:lvl9pPr marL="3886200" indent="-228600" eaLnBrk="0" fontAlgn="base" hangingPunct="0">
              <a:spcBef>
                <a:spcPct val="0"/>
              </a:spcBef>
              <a:spcAft>
                <a:spcPct val="0"/>
              </a:spcAft>
              <a:defRPr sz="2400">
                <a:solidFill>
                  <a:schemeClr val="tx1"/>
                </a:solidFill>
                <a:latin typeface="Times New Roman" pitchFamily="18" charset="0"/>
                <a:ea typeface="MS PGothic" pitchFamily="34" charset="-128"/>
              </a:defRPr>
            </a:lvl9pPr>
          </a:lstStyle>
          <a:p>
            <a:r>
              <a:rPr lang="en-US" altLang="en-US" sz="1200"/>
              <a:t>import javafx.application.Application;</a:t>
            </a:r>
          </a:p>
          <a:p>
            <a:r>
              <a:rPr lang="en-US" altLang="en-US" sz="1200"/>
              <a:t>import javafx.event.ActionEvent;</a:t>
            </a:r>
          </a:p>
          <a:p>
            <a:r>
              <a:rPr lang="en-US" altLang="en-US" sz="1200"/>
              <a:t>import javafx.geometry.Pos;</a:t>
            </a:r>
          </a:p>
          <a:p>
            <a:r>
              <a:rPr lang="en-US" altLang="en-US" sz="1200"/>
              <a:t>import javafx.scene.Scene;</a:t>
            </a:r>
          </a:p>
          <a:p>
            <a:r>
              <a:rPr lang="en-US" altLang="en-US" sz="1200"/>
              <a:t>import javafx.scene.control.Button;</a:t>
            </a:r>
          </a:p>
          <a:p>
            <a:r>
              <a:rPr lang="en-US" altLang="en-US" sz="1200"/>
              <a:t>import javafx.scene.layout.HBox;</a:t>
            </a:r>
          </a:p>
          <a:p>
            <a:r>
              <a:rPr lang="en-US" altLang="en-US" sz="1200"/>
              <a:t>import javafx.stage.Stage;</a:t>
            </a:r>
          </a:p>
          <a:p>
            <a:endParaRPr lang="en-US" altLang="en-US" sz="1200"/>
          </a:p>
          <a:p>
            <a:r>
              <a:rPr lang="en-US" altLang="en-US" sz="1200"/>
              <a:t>public class LambdaHandlerDemo extends Application {</a:t>
            </a:r>
          </a:p>
          <a:p>
            <a:r>
              <a:rPr lang="en-US" altLang="en-US" sz="1200"/>
              <a:t>  @Override // Override the start method in the Application class</a:t>
            </a:r>
          </a:p>
          <a:p>
            <a:r>
              <a:rPr lang="en-US" altLang="en-US" sz="1200"/>
              <a:t>  public void start(Stage primaryStage) {</a:t>
            </a:r>
          </a:p>
          <a:p>
            <a:r>
              <a:rPr lang="en-US" altLang="en-US" sz="1200"/>
              <a:t>    // Hold two buttons in an HBox</a:t>
            </a:r>
          </a:p>
          <a:p>
            <a:r>
              <a:rPr lang="en-US" altLang="en-US" sz="1200"/>
              <a:t>    HBox hBox = new HBox();</a:t>
            </a:r>
          </a:p>
          <a:p>
            <a:r>
              <a:rPr lang="en-US" altLang="en-US" sz="1200"/>
              <a:t>    hBox.setSpacing(10);</a:t>
            </a:r>
          </a:p>
          <a:p>
            <a:r>
              <a:rPr lang="en-US" altLang="en-US" sz="1200"/>
              <a:t>    hBox.setAlignment(Pos.CENTER);</a:t>
            </a:r>
          </a:p>
          <a:p>
            <a:r>
              <a:rPr lang="en-US" altLang="en-US" sz="1200"/>
              <a:t>    Button btNew = new Button("New");</a:t>
            </a:r>
          </a:p>
          <a:p>
            <a:r>
              <a:rPr lang="en-US" altLang="en-US" sz="1200"/>
              <a:t>    Button btOpen = new Button("Open");</a:t>
            </a:r>
          </a:p>
          <a:p>
            <a:r>
              <a:rPr lang="en-US" altLang="en-US" sz="1200"/>
              <a:t>    Button btSave = new Button("Save");</a:t>
            </a:r>
          </a:p>
          <a:p>
            <a:r>
              <a:rPr lang="en-US" altLang="en-US" sz="1200"/>
              <a:t>    Button btPrint = new Button("Print");</a:t>
            </a:r>
          </a:p>
          <a:p>
            <a:r>
              <a:rPr lang="en-US" altLang="en-US" sz="1200"/>
              <a:t>    hBox.getChildren().addAll(btNew, btOpen, btSave, btPrint);</a:t>
            </a:r>
          </a:p>
          <a:p>
            <a:r>
              <a:rPr lang="en-US" altLang="en-US" sz="1200"/>
              <a:t>  </a:t>
            </a:r>
          </a:p>
          <a:p>
            <a:r>
              <a:rPr lang="en-US" altLang="en-US" sz="1200"/>
              <a:t>    // Create and register the handler</a:t>
            </a:r>
          </a:p>
          <a:p>
            <a:r>
              <a:rPr lang="en-US" altLang="en-US" sz="1200"/>
              <a:t>    btNew.setOnAction((ActionEvent e) -&gt; {</a:t>
            </a:r>
          </a:p>
          <a:p>
            <a:r>
              <a:rPr lang="en-US" altLang="en-US" sz="1200"/>
              <a:t>      System.out.println("Process New");</a:t>
            </a:r>
          </a:p>
          <a:p>
            <a:r>
              <a:rPr lang="en-US" altLang="en-US" sz="1200"/>
              <a:t>    });</a:t>
            </a:r>
          </a:p>
          <a:p>
            <a:endParaRPr lang="en-US" altLang="en-US" sz="1200"/>
          </a:p>
          <a:p>
            <a:r>
              <a:rPr lang="en-US" altLang="en-US" sz="1200"/>
              <a:t>    btOpen.setOnAction((e) -&gt; {</a:t>
            </a:r>
          </a:p>
          <a:p>
            <a:r>
              <a:rPr lang="en-US" altLang="en-US" sz="1200"/>
              <a:t>      System.out.println("Process Open");</a:t>
            </a:r>
          </a:p>
          <a:p>
            <a:r>
              <a:rPr lang="en-US" altLang="en-US" sz="1200"/>
              <a:t>    });</a:t>
            </a:r>
          </a:p>
          <a:p>
            <a:r>
              <a:rPr lang="en-US" altLang="en-US" sz="1200"/>
              <a:t>    </a:t>
            </a:r>
          </a:p>
          <a:p>
            <a:r>
              <a:rPr lang="en-US" altLang="en-US" sz="1200"/>
              <a:t>    btSave.setOnAction(e -&gt; {</a:t>
            </a:r>
          </a:p>
          <a:p>
            <a:r>
              <a:rPr lang="en-US" altLang="en-US" sz="1200"/>
              <a:t>      System.out.println("Process Save");</a:t>
            </a:r>
          </a:p>
          <a:p>
            <a:r>
              <a:rPr lang="en-US" altLang="en-US" sz="1200"/>
              <a:t>    });</a:t>
            </a:r>
          </a:p>
          <a:p>
            <a:r>
              <a:rPr lang="en-US" altLang="en-US" sz="1200"/>
              <a:t>    </a:t>
            </a:r>
          </a:p>
        </p:txBody>
      </p:sp>
      <p:sp>
        <p:nvSpPr>
          <p:cNvPr id="4" name="Rectangle 3"/>
          <p:cNvSpPr/>
          <p:nvPr/>
        </p:nvSpPr>
        <p:spPr>
          <a:xfrm>
            <a:off x="4583113" y="20638"/>
            <a:ext cx="4572000" cy="3232150"/>
          </a:xfrm>
          <a:prstGeom prst="rect">
            <a:avLst/>
          </a:prstGeom>
          <a:ln>
            <a:solidFill>
              <a:schemeClr val="bg1">
                <a:lumMod val="75000"/>
              </a:schemeClr>
            </a:solidFill>
          </a:ln>
        </p:spPr>
        <p:txBody>
          <a:bodyPr>
            <a:spAutoFit/>
          </a:bodyPr>
          <a:lstStyle/>
          <a:p>
            <a:pPr>
              <a:defRPr/>
            </a:pPr>
            <a:r>
              <a:rPr lang="en-US" sz="1200" dirty="0">
                <a:latin typeface="Times New Roman" charset="0"/>
                <a:ea typeface="ＭＳ Ｐゴシック" charset="0"/>
                <a:cs typeface="ＭＳ Ｐゴシック" charset="0"/>
              </a:rPr>
              <a:t> </a:t>
            </a:r>
            <a:r>
              <a:rPr lang="en-US" sz="1200" dirty="0" err="1">
                <a:latin typeface="Times New Roman" charset="0"/>
                <a:ea typeface="ＭＳ Ｐゴシック" charset="0"/>
                <a:cs typeface="ＭＳ Ｐゴシック" charset="0"/>
              </a:rPr>
              <a:t>btPrint.setOnAction</a:t>
            </a:r>
            <a:r>
              <a:rPr lang="en-US" sz="1200" dirty="0">
                <a:latin typeface="Times New Roman" charset="0"/>
                <a:ea typeface="ＭＳ Ｐゴシック" charset="0"/>
                <a:cs typeface="ＭＳ Ｐゴシック" charset="0"/>
              </a:rPr>
              <a:t>(e -&gt; </a:t>
            </a:r>
            <a:r>
              <a:rPr lang="en-US" sz="1200" dirty="0" err="1">
                <a:latin typeface="Times New Roman" charset="0"/>
                <a:ea typeface="ＭＳ Ｐゴシック" charset="0"/>
                <a:cs typeface="ＭＳ Ｐゴシック" charset="0"/>
              </a:rPr>
              <a:t>System.out.println</a:t>
            </a:r>
            <a:r>
              <a:rPr lang="en-US" sz="1200" dirty="0">
                <a:latin typeface="Times New Roman" charset="0"/>
                <a:ea typeface="ＭＳ Ｐゴシック" charset="0"/>
                <a:cs typeface="ＭＳ Ｐゴシック" charset="0"/>
              </a:rPr>
              <a:t>("Process Print"));</a:t>
            </a:r>
          </a:p>
          <a:p>
            <a:pPr>
              <a:defRPr/>
            </a:pPr>
            <a:endParaRPr lang="en-US" sz="1200" dirty="0">
              <a:latin typeface="Times New Roman" charset="0"/>
              <a:ea typeface="ＭＳ Ｐゴシック" charset="0"/>
              <a:cs typeface="ＭＳ Ｐゴシック" charset="0"/>
            </a:endParaRPr>
          </a:p>
          <a:p>
            <a:pPr>
              <a:defRPr/>
            </a:pPr>
            <a:r>
              <a:rPr lang="en-US" sz="1200" dirty="0">
                <a:latin typeface="Times New Roman" charset="0"/>
                <a:ea typeface="ＭＳ Ｐゴシック" charset="0"/>
                <a:cs typeface="ＭＳ Ｐゴシック" charset="0"/>
              </a:rPr>
              <a:t>    // Create a scene and place it in the stage</a:t>
            </a:r>
          </a:p>
          <a:p>
            <a:pPr>
              <a:defRPr/>
            </a:pPr>
            <a:r>
              <a:rPr lang="en-US" sz="1200" dirty="0">
                <a:latin typeface="Times New Roman" charset="0"/>
                <a:ea typeface="ＭＳ Ｐゴシック" charset="0"/>
                <a:cs typeface="ＭＳ Ｐゴシック" charset="0"/>
              </a:rPr>
              <a:t>    Scene scene = new Scene(</a:t>
            </a:r>
            <a:r>
              <a:rPr lang="en-US" sz="1200" dirty="0" err="1">
                <a:latin typeface="Times New Roman" charset="0"/>
                <a:ea typeface="ＭＳ Ｐゴシック" charset="0"/>
                <a:cs typeface="ＭＳ Ｐゴシック" charset="0"/>
              </a:rPr>
              <a:t>hBox</a:t>
            </a:r>
            <a:r>
              <a:rPr lang="en-US" sz="1200" dirty="0">
                <a:latin typeface="Times New Roman" charset="0"/>
                <a:ea typeface="ＭＳ Ｐゴシック" charset="0"/>
                <a:cs typeface="ＭＳ Ｐゴシック" charset="0"/>
              </a:rPr>
              <a:t>, 300, 50);</a:t>
            </a:r>
          </a:p>
          <a:p>
            <a:pPr>
              <a:defRPr/>
            </a:pPr>
            <a:r>
              <a:rPr lang="en-US" sz="1200" dirty="0">
                <a:latin typeface="Times New Roman" charset="0"/>
                <a:ea typeface="ＭＳ Ｐゴシック" charset="0"/>
                <a:cs typeface="ＭＳ Ｐゴシック" charset="0"/>
              </a:rPr>
              <a:t>    </a:t>
            </a:r>
            <a:r>
              <a:rPr lang="en-US" sz="1200" dirty="0" err="1">
                <a:latin typeface="Times New Roman" charset="0"/>
                <a:ea typeface="ＭＳ Ｐゴシック" charset="0"/>
                <a:cs typeface="ＭＳ Ｐゴシック" charset="0"/>
              </a:rPr>
              <a:t>primaryStage.setTitle</a:t>
            </a:r>
            <a:r>
              <a:rPr lang="en-US" sz="1200" dirty="0">
                <a:latin typeface="Times New Roman" charset="0"/>
                <a:ea typeface="ＭＳ Ｐゴシック" charset="0"/>
                <a:cs typeface="ＭＳ Ｐゴシック" charset="0"/>
              </a:rPr>
              <a:t>("</a:t>
            </a:r>
            <a:r>
              <a:rPr lang="en-US" sz="1200" dirty="0" err="1">
                <a:latin typeface="Times New Roman" charset="0"/>
                <a:ea typeface="ＭＳ Ｐゴシック" charset="0"/>
                <a:cs typeface="ＭＳ Ｐゴシック" charset="0"/>
              </a:rPr>
              <a:t>LambdaHandlerDemo</a:t>
            </a:r>
            <a:r>
              <a:rPr lang="en-US" sz="1200" dirty="0">
                <a:latin typeface="Times New Roman" charset="0"/>
                <a:ea typeface="ＭＳ Ｐゴシック" charset="0"/>
                <a:cs typeface="ＭＳ Ｐゴシック" charset="0"/>
              </a:rPr>
              <a:t>"); // Set title</a:t>
            </a:r>
          </a:p>
          <a:p>
            <a:pPr>
              <a:defRPr/>
            </a:pPr>
            <a:r>
              <a:rPr lang="en-US" sz="1200" dirty="0">
                <a:latin typeface="Times New Roman" charset="0"/>
                <a:ea typeface="ＭＳ Ｐゴシック" charset="0"/>
                <a:cs typeface="ＭＳ Ｐゴシック" charset="0"/>
              </a:rPr>
              <a:t>    </a:t>
            </a:r>
            <a:r>
              <a:rPr lang="en-US" sz="1200" dirty="0" err="1">
                <a:latin typeface="Times New Roman" charset="0"/>
                <a:ea typeface="ＭＳ Ｐゴシック" charset="0"/>
                <a:cs typeface="ＭＳ Ｐゴシック" charset="0"/>
              </a:rPr>
              <a:t>primaryStage.setScene</a:t>
            </a:r>
            <a:r>
              <a:rPr lang="en-US" sz="1200" dirty="0">
                <a:latin typeface="Times New Roman" charset="0"/>
                <a:ea typeface="ＭＳ Ｐゴシック" charset="0"/>
                <a:cs typeface="ＭＳ Ｐゴシック" charset="0"/>
              </a:rPr>
              <a:t>(scene); // Place the scene in the stage</a:t>
            </a:r>
          </a:p>
          <a:p>
            <a:pPr>
              <a:defRPr/>
            </a:pPr>
            <a:r>
              <a:rPr lang="en-US" sz="1200" dirty="0">
                <a:latin typeface="Times New Roman" charset="0"/>
                <a:ea typeface="ＭＳ Ｐゴシック" charset="0"/>
                <a:cs typeface="ＭＳ Ｐゴシック" charset="0"/>
              </a:rPr>
              <a:t>    </a:t>
            </a:r>
            <a:r>
              <a:rPr lang="en-US" sz="1200" dirty="0" err="1">
                <a:latin typeface="Times New Roman" charset="0"/>
                <a:ea typeface="ＭＳ Ｐゴシック" charset="0"/>
                <a:cs typeface="ＭＳ Ｐゴシック" charset="0"/>
              </a:rPr>
              <a:t>primaryStage.show</a:t>
            </a:r>
            <a:r>
              <a:rPr lang="en-US" sz="1200" dirty="0">
                <a:latin typeface="Times New Roman" charset="0"/>
                <a:ea typeface="ＭＳ Ｐゴシック" charset="0"/>
                <a:cs typeface="ＭＳ Ｐゴシック" charset="0"/>
              </a:rPr>
              <a:t>(); // Display the stage</a:t>
            </a:r>
          </a:p>
          <a:p>
            <a:pPr>
              <a:defRPr/>
            </a:pPr>
            <a:r>
              <a:rPr lang="en-US" sz="1200" dirty="0">
                <a:latin typeface="Times New Roman" charset="0"/>
                <a:ea typeface="ＭＳ Ｐゴシック" charset="0"/>
                <a:cs typeface="ＭＳ Ｐゴシック" charset="0"/>
              </a:rPr>
              <a:t>  }</a:t>
            </a:r>
          </a:p>
          <a:p>
            <a:pPr>
              <a:defRPr/>
            </a:pPr>
            <a:r>
              <a:rPr lang="en-US" sz="1200" dirty="0">
                <a:latin typeface="Times New Roman" charset="0"/>
                <a:ea typeface="ＭＳ Ｐゴシック" charset="0"/>
                <a:cs typeface="ＭＳ Ｐゴシック" charset="0"/>
              </a:rPr>
              <a:t>  </a:t>
            </a:r>
          </a:p>
          <a:p>
            <a:pPr>
              <a:defRPr/>
            </a:pPr>
            <a:r>
              <a:rPr lang="en-US" sz="1200" dirty="0">
                <a:latin typeface="Times New Roman" charset="0"/>
                <a:ea typeface="ＭＳ Ｐゴシック" charset="0"/>
                <a:cs typeface="ＭＳ Ｐゴシック" charset="0"/>
              </a:rPr>
              <a:t>  /**</a:t>
            </a:r>
          </a:p>
          <a:p>
            <a:pPr>
              <a:defRPr/>
            </a:pPr>
            <a:r>
              <a:rPr lang="en-US" sz="1200" dirty="0">
                <a:latin typeface="Times New Roman" charset="0"/>
                <a:ea typeface="ＭＳ Ｐゴシック" charset="0"/>
                <a:cs typeface="ＭＳ Ｐゴシック" charset="0"/>
              </a:rPr>
              <a:t>   * The main method is only needed for the IDE with limited</a:t>
            </a:r>
          </a:p>
          <a:p>
            <a:pPr>
              <a:defRPr/>
            </a:pPr>
            <a:r>
              <a:rPr lang="en-US" sz="1200" dirty="0">
                <a:latin typeface="Times New Roman" charset="0"/>
                <a:ea typeface="ＭＳ Ｐゴシック" charset="0"/>
                <a:cs typeface="ＭＳ Ｐゴシック" charset="0"/>
              </a:rPr>
              <a:t>   * </a:t>
            </a:r>
            <a:r>
              <a:rPr lang="en-US" sz="1200" dirty="0" err="1">
                <a:latin typeface="Times New Roman" charset="0"/>
                <a:ea typeface="ＭＳ Ｐゴシック" charset="0"/>
                <a:cs typeface="ＭＳ Ｐゴシック" charset="0"/>
              </a:rPr>
              <a:t>JavaFX</a:t>
            </a:r>
            <a:r>
              <a:rPr lang="en-US" sz="1200" dirty="0">
                <a:latin typeface="Times New Roman" charset="0"/>
                <a:ea typeface="ＭＳ Ｐゴシック" charset="0"/>
                <a:cs typeface="ＭＳ Ｐゴシック" charset="0"/>
              </a:rPr>
              <a:t> support. Not needed for running from the command line.</a:t>
            </a:r>
          </a:p>
          <a:p>
            <a:pPr>
              <a:defRPr/>
            </a:pPr>
            <a:r>
              <a:rPr lang="en-US" sz="1200" dirty="0">
                <a:latin typeface="Times New Roman" charset="0"/>
                <a:ea typeface="ＭＳ Ｐゴシック" charset="0"/>
                <a:cs typeface="ＭＳ Ｐゴシック" charset="0"/>
              </a:rPr>
              <a:t>   */</a:t>
            </a:r>
          </a:p>
          <a:p>
            <a:pPr>
              <a:defRPr/>
            </a:pPr>
            <a:r>
              <a:rPr lang="en-US" sz="1200" dirty="0">
                <a:latin typeface="Times New Roman" charset="0"/>
                <a:ea typeface="ＭＳ Ｐゴシック" charset="0"/>
                <a:cs typeface="ＭＳ Ｐゴシック" charset="0"/>
              </a:rPr>
              <a:t>  public static void main(String[] </a:t>
            </a:r>
            <a:r>
              <a:rPr lang="en-US" sz="1200" dirty="0" err="1">
                <a:latin typeface="Times New Roman" charset="0"/>
                <a:ea typeface="ＭＳ Ｐゴシック" charset="0"/>
                <a:cs typeface="ＭＳ Ｐゴシック" charset="0"/>
              </a:rPr>
              <a:t>args</a:t>
            </a:r>
            <a:r>
              <a:rPr lang="en-US" sz="1200" dirty="0">
                <a:latin typeface="Times New Roman" charset="0"/>
                <a:ea typeface="ＭＳ Ｐゴシック" charset="0"/>
                <a:cs typeface="ＭＳ Ｐゴシック" charset="0"/>
              </a:rPr>
              <a:t>) {</a:t>
            </a:r>
          </a:p>
          <a:p>
            <a:pPr>
              <a:defRPr/>
            </a:pPr>
            <a:r>
              <a:rPr lang="en-US" sz="1200" dirty="0">
                <a:latin typeface="Times New Roman" charset="0"/>
                <a:ea typeface="ＭＳ Ｐゴシック" charset="0"/>
                <a:cs typeface="ＭＳ Ｐゴシック" charset="0"/>
              </a:rPr>
              <a:t>    launch(</a:t>
            </a:r>
            <a:r>
              <a:rPr lang="en-US" sz="1200" dirty="0" err="1">
                <a:latin typeface="Times New Roman" charset="0"/>
                <a:ea typeface="ＭＳ Ｐゴシック" charset="0"/>
                <a:cs typeface="ＭＳ Ｐゴシック" charset="0"/>
              </a:rPr>
              <a:t>args</a:t>
            </a:r>
            <a:r>
              <a:rPr lang="en-US" sz="1200" dirty="0">
                <a:latin typeface="Times New Roman" charset="0"/>
                <a:ea typeface="ＭＳ Ｐゴシック" charset="0"/>
                <a:cs typeface="ＭＳ Ｐゴシック" charset="0"/>
              </a:rPr>
              <a:t>);</a:t>
            </a:r>
          </a:p>
          <a:p>
            <a:pPr>
              <a:defRPr/>
            </a:pPr>
            <a:r>
              <a:rPr lang="en-US" sz="1200" dirty="0">
                <a:latin typeface="Times New Roman" charset="0"/>
                <a:ea typeface="ＭＳ Ｐゴシック" charset="0"/>
                <a:cs typeface="ＭＳ Ｐゴシック" charset="0"/>
              </a:rPr>
              <a:t>  }</a:t>
            </a:r>
          </a:p>
          <a:p>
            <a:pPr>
              <a:defRPr/>
            </a:pPr>
            <a:r>
              <a:rPr lang="en-US" sz="1200" dirty="0">
                <a:latin typeface="Times New Roman" charset="0"/>
                <a:ea typeface="ＭＳ Ｐゴシック" charset="0"/>
                <a:cs typeface="ＭＳ Ｐゴシック" charset="0"/>
              </a:rPr>
              <a:t>}</a:t>
            </a:r>
          </a:p>
        </p:txBody>
      </p:sp>
      <p:pic>
        <p:nvPicPr>
          <p:cNvPr id="91141" name="Picture 4"/>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876800" y="3429000"/>
            <a:ext cx="3810000" cy="914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p:random/>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2" name="Rectangle 6"/>
          <p:cNvSpPr>
            <a:spLocks noChangeArrowheads="1"/>
          </p:cNvSpPr>
          <p:nvPr/>
        </p:nvSpPr>
        <p:spPr bwMode="auto">
          <a:xfrm>
            <a:off x="2324100" y="224790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defRPr/>
            </a:pPr>
            <a:endParaRPr lang="en-US">
              <a:latin typeface="Times New Roman" charset="0"/>
              <a:ea typeface="ＭＳ Ｐゴシック" charset="0"/>
              <a:cs typeface="ＭＳ Ｐゴシック" charset="0"/>
            </a:endParaRPr>
          </a:p>
        </p:txBody>
      </p:sp>
      <p:sp>
        <p:nvSpPr>
          <p:cNvPr id="32773" name="Rectangle 8"/>
          <p:cNvSpPr>
            <a:spLocks noChangeArrowheads="1"/>
          </p:cNvSpPr>
          <p:nvPr/>
        </p:nvSpPr>
        <p:spPr bwMode="auto">
          <a:xfrm>
            <a:off x="2324100" y="224790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defRPr/>
            </a:pPr>
            <a:endParaRPr lang="en-US">
              <a:latin typeface="Times New Roman" charset="0"/>
              <a:ea typeface="ＭＳ Ｐゴシック" charset="0"/>
              <a:cs typeface="ＭＳ Ｐゴシック" charset="0"/>
            </a:endParaRPr>
          </a:p>
        </p:txBody>
      </p:sp>
      <p:sp>
        <p:nvSpPr>
          <p:cNvPr id="92166" name="Rectangle 8"/>
          <p:cNvSpPr>
            <a:spLocks noChangeArrowheads="1"/>
          </p:cNvSpPr>
          <p:nvPr/>
        </p:nvSpPr>
        <p:spPr bwMode="auto">
          <a:xfrm>
            <a:off x="0" y="0"/>
            <a:ext cx="9144000" cy="0"/>
          </a:xfrm>
          <a:prstGeom prst="rect">
            <a:avLst/>
          </a:prstGeom>
          <a:noFill/>
          <a:ln>
            <a:noFill/>
          </a:ln>
          <a:effectLst>
            <a:prstShdw prst="shdw17" dist="17961" dir="2700000">
              <a:srgbClr val="7A7A7A"/>
            </a:prst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Lst>
        </p:spPr>
        <p:txBody>
          <a:bodyPr wrap="none" anchor="ctr">
            <a:spAutoFit/>
          </a:bodyPr>
          <a:lstStyle>
            <a:lvl1pPr>
              <a:defRPr sz="2400">
                <a:solidFill>
                  <a:schemeClr val="tx1"/>
                </a:solidFill>
                <a:latin typeface="Times New Roman" pitchFamily="18" charset="0"/>
                <a:ea typeface="MS PGothic" pitchFamily="34" charset="-128"/>
              </a:defRPr>
            </a:lvl1pPr>
            <a:lvl2pPr marL="742950" indent="-285750">
              <a:defRPr sz="2400">
                <a:solidFill>
                  <a:schemeClr val="tx1"/>
                </a:solidFill>
                <a:latin typeface="Times New Roman" pitchFamily="18" charset="0"/>
                <a:ea typeface="MS PGothic" pitchFamily="34" charset="-128"/>
              </a:defRPr>
            </a:lvl2pPr>
            <a:lvl3pPr marL="1143000" indent="-228600">
              <a:defRPr sz="2400">
                <a:solidFill>
                  <a:schemeClr val="tx1"/>
                </a:solidFill>
                <a:latin typeface="Times New Roman" pitchFamily="18" charset="0"/>
                <a:ea typeface="MS PGothic" pitchFamily="34" charset="-128"/>
              </a:defRPr>
            </a:lvl3pPr>
            <a:lvl4pPr marL="1600200" indent="-228600">
              <a:defRPr sz="2400">
                <a:solidFill>
                  <a:schemeClr val="tx1"/>
                </a:solidFill>
                <a:latin typeface="Times New Roman" pitchFamily="18" charset="0"/>
                <a:ea typeface="MS PGothic" pitchFamily="34" charset="-128"/>
              </a:defRPr>
            </a:lvl4pPr>
            <a:lvl5pPr marL="2057400" indent="-228600">
              <a:defRPr sz="2400">
                <a:solidFill>
                  <a:schemeClr val="tx1"/>
                </a:solidFill>
                <a:latin typeface="Times New Roman" pitchFamily="18" charset="0"/>
                <a:ea typeface="MS PGothic" pitchFamily="34" charset="-128"/>
              </a:defRPr>
            </a:lvl5pPr>
            <a:lvl6pPr marL="2514600" indent="-228600" eaLnBrk="0" fontAlgn="base" hangingPunct="0">
              <a:spcBef>
                <a:spcPct val="0"/>
              </a:spcBef>
              <a:spcAft>
                <a:spcPct val="0"/>
              </a:spcAft>
              <a:defRPr sz="2400">
                <a:solidFill>
                  <a:schemeClr val="tx1"/>
                </a:solidFill>
                <a:latin typeface="Times New Roman" pitchFamily="18" charset="0"/>
                <a:ea typeface="MS PGothic" pitchFamily="34" charset="-128"/>
              </a:defRPr>
            </a:lvl6pPr>
            <a:lvl7pPr marL="2971800" indent="-228600" eaLnBrk="0" fontAlgn="base" hangingPunct="0">
              <a:spcBef>
                <a:spcPct val="0"/>
              </a:spcBef>
              <a:spcAft>
                <a:spcPct val="0"/>
              </a:spcAft>
              <a:defRPr sz="2400">
                <a:solidFill>
                  <a:schemeClr val="tx1"/>
                </a:solidFill>
                <a:latin typeface="Times New Roman" pitchFamily="18" charset="0"/>
                <a:ea typeface="MS PGothic" pitchFamily="34" charset="-128"/>
              </a:defRPr>
            </a:lvl7pPr>
            <a:lvl8pPr marL="3429000" indent="-228600" eaLnBrk="0" fontAlgn="base" hangingPunct="0">
              <a:spcBef>
                <a:spcPct val="0"/>
              </a:spcBef>
              <a:spcAft>
                <a:spcPct val="0"/>
              </a:spcAft>
              <a:defRPr sz="2400">
                <a:solidFill>
                  <a:schemeClr val="tx1"/>
                </a:solidFill>
                <a:latin typeface="Times New Roman" pitchFamily="18" charset="0"/>
                <a:ea typeface="MS PGothic" pitchFamily="34" charset="-128"/>
              </a:defRPr>
            </a:lvl8pPr>
            <a:lvl9pPr marL="3886200" indent="-228600" eaLnBrk="0" fontAlgn="base" hangingPunct="0">
              <a:spcBef>
                <a:spcPct val="0"/>
              </a:spcBef>
              <a:spcAft>
                <a:spcPct val="0"/>
              </a:spcAft>
              <a:defRPr sz="2400">
                <a:solidFill>
                  <a:schemeClr val="tx1"/>
                </a:solidFill>
                <a:latin typeface="Times New Roman" pitchFamily="18" charset="0"/>
                <a:ea typeface="MS PGothic" pitchFamily="34" charset="-128"/>
              </a:defRPr>
            </a:lvl9pPr>
          </a:lstStyle>
          <a:p>
            <a:endParaRPr lang="ms-MY" altLang="en-US"/>
          </a:p>
        </p:txBody>
      </p:sp>
      <p:pic>
        <p:nvPicPr>
          <p:cNvPr id="92170" name="Picture 12"/>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5100" y="1552575"/>
            <a:ext cx="8813800" cy="37528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Lst>
        </p:spPr>
      </p:pic>
      <p:sp>
        <p:nvSpPr>
          <p:cNvPr id="11" name="Rectangle 2"/>
          <p:cNvSpPr txBox="1">
            <a:spLocks noChangeArrowheads="1"/>
          </p:cNvSpPr>
          <p:nvPr/>
        </p:nvSpPr>
        <p:spPr>
          <a:xfrm>
            <a:off x="914400" y="381000"/>
            <a:ext cx="7772400" cy="609600"/>
          </a:xfrm>
          <a:prstGeom prst="rect">
            <a:avLst/>
          </a:prstGeom>
        </p:spPr>
        <p:txBody>
          <a:bodyPr lIns="64502" tIns="32251" rIns="64502" bIns="32251"/>
          <a:lstStyle>
            <a:lvl1pPr algn="l" rtl="0" eaLnBrk="0" fontAlgn="base" hangingPunct="0">
              <a:spcBef>
                <a:spcPct val="0"/>
              </a:spcBef>
              <a:spcAft>
                <a:spcPct val="0"/>
              </a:spcAft>
              <a:defRPr sz="3500">
                <a:solidFill>
                  <a:schemeClr val="tx2"/>
                </a:solidFill>
                <a:latin typeface="+mj-lt"/>
                <a:ea typeface="+mj-ea"/>
                <a:cs typeface="+mj-cs"/>
              </a:defRPr>
            </a:lvl1pPr>
            <a:lvl2pPr algn="l" rtl="0" eaLnBrk="0" fontAlgn="base" hangingPunct="0">
              <a:spcBef>
                <a:spcPct val="0"/>
              </a:spcBef>
              <a:spcAft>
                <a:spcPct val="0"/>
              </a:spcAft>
              <a:defRPr sz="3500">
                <a:solidFill>
                  <a:schemeClr val="tx2"/>
                </a:solidFill>
                <a:latin typeface="Tahoma" pitchFamily="34" charset="0"/>
              </a:defRPr>
            </a:lvl2pPr>
            <a:lvl3pPr algn="l" rtl="0" eaLnBrk="0" fontAlgn="base" hangingPunct="0">
              <a:spcBef>
                <a:spcPct val="0"/>
              </a:spcBef>
              <a:spcAft>
                <a:spcPct val="0"/>
              </a:spcAft>
              <a:defRPr sz="3500">
                <a:solidFill>
                  <a:schemeClr val="tx2"/>
                </a:solidFill>
                <a:latin typeface="Tahoma" pitchFamily="34" charset="0"/>
              </a:defRPr>
            </a:lvl3pPr>
            <a:lvl4pPr algn="l" rtl="0" eaLnBrk="0" fontAlgn="base" hangingPunct="0">
              <a:spcBef>
                <a:spcPct val="0"/>
              </a:spcBef>
              <a:spcAft>
                <a:spcPct val="0"/>
              </a:spcAft>
              <a:defRPr sz="3500">
                <a:solidFill>
                  <a:schemeClr val="tx2"/>
                </a:solidFill>
                <a:latin typeface="Tahoma" pitchFamily="34" charset="0"/>
              </a:defRPr>
            </a:lvl4pPr>
            <a:lvl5pPr algn="l" rtl="0" eaLnBrk="0" fontAlgn="base" hangingPunct="0">
              <a:spcBef>
                <a:spcPct val="0"/>
              </a:spcBef>
              <a:spcAft>
                <a:spcPct val="0"/>
              </a:spcAft>
              <a:defRPr sz="3500">
                <a:solidFill>
                  <a:schemeClr val="tx2"/>
                </a:solidFill>
                <a:latin typeface="Tahoma" pitchFamily="34" charset="0"/>
              </a:defRPr>
            </a:lvl5pPr>
            <a:lvl6pPr marL="370079" algn="l" rtl="0" fontAlgn="base">
              <a:spcBef>
                <a:spcPct val="0"/>
              </a:spcBef>
              <a:spcAft>
                <a:spcPct val="0"/>
              </a:spcAft>
              <a:defRPr sz="3500">
                <a:solidFill>
                  <a:schemeClr val="tx2"/>
                </a:solidFill>
                <a:latin typeface="Tahoma" pitchFamily="34" charset="0"/>
              </a:defRPr>
            </a:lvl6pPr>
            <a:lvl7pPr marL="740158" algn="l" rtl="0" fontAlgn="base">
              <a:spcBef>
                <a:spcPct val="0"/>
              </a:spcBef>
              <a:spcAft>
                <a:spcPct val="0"/>
              </a:spcAft>
              <a:defRPr sz="3500">
                <a:solidFill>
                  <a:schemeClr val="tx2"/>
                </a:solidFill>
                <a:latin typeface="Tahoma" pitchFamily="34" charset="0"/>
              </a:defRPr>
            </a:lvl7pPr>
            <a:lvl8pPr marL="1110237" algn="l" rtl="0" fontAlgn="base">
              <a:spcBef>
                <a:spcPct val="0"/>
              </a:spcBef>
              <a:spcAft>
                <a:spcPct val="0"/>
              </a:spcAft>
              <a:defRPr sz="3500">
                <a:solidFill>
                  <a:schemeClr val="tx2"/>
                </a:solidFill>
                <a:latin typeface="Tahoma" pitchFamily="34" charset="0"/>
              </a:defRPr>
            </a:lvl8pPr>
            <a:lvl9pPr marL="1480316" algn="l" rtl="0" fontAlgn="base">
              <a:spcBef>
                <a:spcPct val="0"/>
              </a:spcBef>
              <a:spcAft>
                <a:spcPct val="0"/>
              </a:spcAft>
              <a:defRPr sz="3500">
                <a:solidFill>
                  <a:schemeClr val="tx2"/>
                </a:solidFill>
                <a:latin typeface="Tahoma" pitchFamily="34" charset="0"/>
              </a:defRPr>
            </a:lvl9pPr>
          </a:lstStyle>
          <a:p>
            <a:pPr algn="ctr"/>
            <a:r>
              <a:rPr lang="en-US" altLang="en-US" sz="4400" b="1" kern="0" dirty="0">
                <a:solidFill>
                  <a:schemeClr val="tx1"/>
                </a:solidFill>
                <a:latin typeface="Times New Roman" panose="02020603050405020304" pitchFamily="18" charset="0"/>
                <a:cs typeface="Times New Roman" panose="02020603050405020304" pitchFamily="18" charset="0"/>
              </a:rPr>
              <a:t>The </a:t>
            </a:r>
            <a:r>
              <a:rPr lang="en-US" altLang="en-US" sz="4400" b="1" kern="0" dirty="0" err="1">
                <a:solidFill>
                  <a:schemeClr val="tx1"/>
                </a:solidFill>
                <a:latin typeface="Courier New" panose="02070309020205020404" pitchFamily="49" charset="0"/>
                <a:cs typeface="Courier New" panose="02070309020205020404" pitchFamily="49" charset="0"/>
              </a:rPr>
              <a:t>MouseEvent</a:t>
            </a:r>
            <a:r>
              <a:rPr lang="en-US" altLang="en-US" sz="4400" b="1" kern="0" dirty="0">
                <a:solidFill>
                  <a:schemeClr val="tx1"/>
                </a:solidFill>
                <a:latin typeface="Times New Roman" panose="02020603050405020304" pitchFamily="18" charset="0"/>
                <a:cs typeface="Times New Roman" panose="02020603050405020304" pitchFamily="18" charset="0"/>
              </a:rPr>
              <a:t> Class</a:t>
            </a:r>
          </a:p>
        </p:txBody>
      </p:sp>
      <p:sp>
        <p:nvSpPr>
          <p:cNvPr id="13" name="Rectangle 10">
            <a:hlinkClick r:id="rId3"/>
          </p:cNvPr>
          <p:cNvSpPr>
            <a:spLocks noChangeArrowheads="1"/>
          </p:cNvSpPr>
          <p:nvPr/>
        </p:nvSpPr>
        <p:spPr bwMode="auto">
          <a:xfrm>
            <a:off x="5041900" y="5638800"/>
            <a:ext cx="2324100" cy="381000"/>
          </a:xfrm>
          <a:prstGeom prst="rect">
            <a:avLst/>
          </a:prstGeom>
          <a:solidFill>
            <a:srgbClr val="92D050"/>
          </a:solidFill>
          <a:ln>
            <a:noFill/>
          </a:ln>
          <a:extLst>
            <a:ext uri="{91240B29-F687-4F45-9708-019B960494DF}">
              <a14:hiddenLine xmlns:a14="http://schemas.microsoft.com/office/drawing/2010/main" w="12700" algn="ctr">
                <a:solidFill>
                  <a:srgbClr val="000000"/>
                </a:solidFill>
                <a:round/>
                <a:headEnd type="none" w="sm" len="sm"/>
                <a:tailEnd type="none" w="sm" len="sm"/>
              </a14:hiddenLine>
            </a:ext>
          </a:extLst>
        </p:spPr>
        <p:txBody>
          <a:bodyPr/>
          <a:lstStyle>
            <a:lvl1pPr>
              <a:spcBef>
                <a:spcPct val="20000"/>
              </a:spcBef>
              <a:buClr>
                <a:schemeClr val="tx2"/>
              </a:buClr>
              <a:buSzPct val="75000"/>
              <a:buFont typeface="Monotype Sorts"/>
              <a:buChar char="F"/>
              <a:defRPr sz="3200">
                <a:solidFill>
                  <a:schemeClr val="tx1"/>
                </a:solidFill>
                <a:latin typeface="Times New Roman" pitchFamily="18" charset="0"/>
              </a:defRPr>
            </a:lvl1pPr>
            <a:lvl2pPr marL="742950" indent="-285750">
              <a:spcBef>
                <a:spcPct val="20000"/>
              </a:spcBef>
              <a:buClr>
                <a:schemeClr val="tx1"/>
              </a:buClr>
              <a:buChar char="–"/>
              <a:defRPr sz="2800">
                <a:solidFill>
                  <a:schemeClr val="tx1"/>
                </a:solidFill>
                <a:latin typeface="Times New Roman" pitchFamily="18" charset="0"/>
              </a:defRPr>
            </a:lvl2pPr>
            <a:lvl3pPr marL="1143000" indent="-228600">
              <a:spcBef>
                <a:spcPct val="20000"/>
              </a:spcBef>
              <a:buClr>
                <a:schemeClr val="accent2"/>
              </a:buClr>
              <a:buSzPct val="65000"/>
              <a:buFont typeface="Monotype Sorts"/>
              <a:buChar char="u"/>
              <a:defRPr sz="2400">
                <a:solidFill>
                  <a:schemeClr val="tx1"/>
                </a:solidFill>
                <a:latin typeface="Times New Roman" pitchFamily="18" charset="0"/>
              </a:defRPr>
            </a:lvl3pPr>
            <a:lvl4pPr marL="1600200" indent="-228600">
              <a:spcBef>
                <a:spcPct val="20000"/>
              </a:spcBef>
              <a:buClr>
                <a:schemeClr val="tx1"/>
              </a:buClr>
              <a:buChar char="–"/>
              <a:defRPr sz="2000">
                <a:solidFill>
                  <a:schemeClr val="tx1"/>
                </a:solidFill>
                <a:latin typeface="Times New Roman" pitchFamily="18" charset="0"/>
              </a:defRPr>
            </a:lvl4pPr>
            <a:lvl5pPr marL="2057400" indent="-228600">
              <a:spcBef>
                <a:spcPct val="20000"/>
              </a:spcBef>
              <a:buClr>
                <a:schemeClr val="tx2"/>
              </a:buClr>
              <a:buChar char="•"/>
              <a:defRPr sz="2000">
                <a:solidFill>
                  <a:schemeClr val="tx1"/>
                </a:solidFill>
                <a:latin typeface="Times New Roman" pitchFamily="18" charset="0"/>
              </a:defRPr>
            </a:lvl5pPr>
            <a:lvl6pPr marL="2514600" indent="-228600" eaLnBrk="0" fontAlgn="base" hangingPunct="0">
              <a:spcBef>
                <a:spcPct val="20000"/>
              </a:spcBef>
              <a:spcAft>
                <a:spcPct val="0"/>
              </a:spcAft>
              <a:buClr>
                <a:schemeClr val="tx2"/>
              </a:buClr>
              <a:buChar char="•"/>
              <a:defRPr sz="2000">
                <a:solidFill>
                  <a:schemeClr val="tx1"/>
                </a:solidFill>
                <a:latin typeface="Times New Roman" pitchFamily="18" charset="0"/>
              </a:defRPr>
            </a:lvl6pPr>
            <a:lvl7pPr marL="2971800" indent="-228600" eaLnBrk="0" fontAlgn="base" hangingPunct="0">
              <a:spcBef>
                <a:spcPct val="20000"/>
              </a:spcBef>
              <a:spcAft>
                <a:spcPct val="0"/>
              </a:spcAft>
              <a:buClr>
                <a:schemeClr val="tx2"/>
              </a:buClr>
              <a:buChar char="•"/>
              <a:defRPr sz="2000">
                <a:solidFill>
                  <a:schemeClr val="tx1"/>
                </a:solidFill>
                <a:latin typeface="Times New Roman" pitchFamily="18" charset="0"/>
              </a:defRPr>
            </a:lvl7pPr>
            <a:lvl8pPr marL="3429000" indent="-228600" eaLnBrk="0" fontAlgn="base" hangingPunct="0">
              <a:spcBef>
                <a:spcPct val="20000"/>
              </a:spcBef>
              <a:spcAft>
                <a:spcPct val="0"/>
              </a:spcAft>
              <a:buClr>
                <a:schemeClr val="tx2"/>
              </a:buClr>
              <a:buChar char="•"/>
              <a:defRPr sz="2000">
                <a:solidFill>
                  <a:schemeClr val="tx1"/>
                </a:solidFill>
                <a:latin typeface="Times New Roman" pitchFamily="18" charset="0"/>
              </a:defRPr>
            </a:lvl8pPr>
            <a:lvl9pPr marL="3886200" indent="-228600" eaLnBrk="0" fontAlgn="base" hangingPunct="0">
              <a:spcBef>
                <a:spcPct val="20000"/>
              </a:spcBef>
              <a:spcAft>
                <a:spcPct val="0"/>
              </a:spcAft>
              <a:buClr>
                <a:schemeClr val="tx2"/>
              </a:buClr>
              <a:buChar char="•"/>
              <a:defRPr sz="2000">
                <a:solidFill>
                  <a:schemeClr val="tx1"/>
                </a:solidFill>
                <a:latin typeface="Times New Roman" pitchFamily="18" charset="0"/>
              </a:defRPr>
            </a:lvl9pPr>
          </a:lstStyle>
          <a:p>
            <a:pPr algn="ctr">
              <a:spcBef>
                <a:spcPct val="0"/>
              </a:spcBef>
              <a:buClrTx/>
              <a:buSzTx/>
              <a:buFontTx/>
              <a:buNone/>
            </a:pPr>
            <a:r>
              <a:rPr lang="en-US" altLang="en-US" sz="2000" dirty="0" err="1"/>
              <a:t>MouseEventDemo</a:t>
            </a:r>
            <a:endParaRPr lang="en-US" altLang="en-US" sz="2000" dirty="0"/>
          </a:p>
        </p:txBody>
      </p:sp>
      <p:sp>
        <p:nvSpPr>
          <p:cNvPr id="14" name="AutoShape 10">
            <a:hlinkClick r:id="rId4" action="ppaction://program" highlightClick="1"/>
          </p:cNvPr>
          <p:cNvSpPr>
            <a:spLocks noChangeArrowheads="1"/>
          </p:cNvSpPr>
          <p:nvPr/>
        </p:nvSpPr>
        <p:spPr bwMode="auto">
          <a:xfrm>
            <a:off x="7467600" y="5638800"/>
            <a:ext cx="698500" cy="381000"/>
          </a:xfrm>
          <a:prstGeom prst="actionButtonBlank">
            <a:avLst/>
          </a:prstGeom>
          <a:solidFill>
            <a:srgbClr val="38A1BA"/>
          </a:solidFill>
          <a:ln>
            <a:noFill/>
          </a:ln>
          <a:effectLst>
            <a:prstShdw prst="shdw17" dist="17961" dir="2700000">
              <a:srgbClr val="226170"/>
            </a:prstShdw>
          </a:effectLst>
          <a:extLst>
            <a:ext uri="{91240B29-F687-4F45-9708-019B960494DF}">
              <a14:hiddenLine xmlns:a14="http://schemas.microsoft.com/office/drawing/2010/main" w="19050">
                <a:solidFill>
                  <a:schemeClr val="tx1"/>
                </a:solidFill>
                <a:miter lim="800000"/>
                <a:headEnd type="none" w="sm" len="sm"/>
                <a:tailEnd type="none" w="sm" len="sm"/>
              </a14:hiddenLine>
            </a:ext>
          </a:extLst>
        </p:spPr>
        <p:txBody>
          <a:bodyPr wrap="none" anchor="ctr"/>
          <a:lstStyle>
            <a:lvl1pPr>
              <a:spcBef>
                <a:spcPct val="20000"/>
              </a:spcBef>
              <a:buClr>
                <a:schemeClr val="tx2"/>
              </a:buClr>
              <a:buSzPct val="75000"/>
              <a:buFont typeface="Monotype Sorts"/>
              <a:buChar char="F"/>
              <a:defRPr sz="3200">
                <a:solidFill>
                  <a:schemeClr val="tx1"/>
                </a:solidFill>
                <a:latin typeface="Times New Roman" pitchFamily="18" charset="0"/>
              </a:defRPr>
            </a:lvl1pPr>
            <a:lvl2pPr marL="742950" indent="-285750">
              <a:spcBef>
                <a:spcPct val="20000"/>
              </a:spcBef>
              <a:buClr>
                <a:schemeClr val="tx1"/>
              </a:buClr>
              <a:buChar char="–"/>
              <a:defRPr sz="2800">
                <a:solidFill>
                  <a:schemeClr val="tx1"/>
                </a:solidFill>
                <a:latin typeface="Times New Roman" pitchFamily="18" charset="0"/>
              </a:defRPr>
            </a:lvl2pPr>
            <a:lvl3pPr marL="1143000" indent="-228600">
              <a:spcBef>
                <a:spcPct val="20000"/>
              </a:spcBef>
              <a:buClr>
                <a:schemeClr val="accent2"/>
              </a:buClr>
              <a:buSzPct val="65000"/>
              <a:buFont typeface="Monotype Sorts"/>
              <a:buChar char="u"/>
              <a:defRPr sz="2400">
                <a:solidFill>
                  <a:schemeClr val="tx1"/>
                </a:solidFill>
                <a:latin typeface="Times New Roman" pitchFamily="18" charset="0"/>
              </a:defRPr>
            </a:lvl3pPr>
            <a:lvl4pPr marL="1600200" indent="-228600">
              <a:spcBef>
                <a:spcPct val="20000"/>
              </a:spcBef>
              <a:buClr>
                <a:schemeClr val="tx1"/>
              </a:buClr>
              <a:buChar char="–"/>
              <a:defRPr sz="2000">
                <a:solidFill>
                  <a:schemeClr val="tx1"/>
                </a:solidFill>
                <a:latin typeface="Times New Roman" pitchFamily="18" charset="0"/>
              </a:defRPr>
            </a:lvl4pPr>
            <a:lvl5pPr marL="2057400" indent="-228600">
              <a:spcBef>
                <a:spcPct val="20000"/>
              </a:spcBef>
              <a:buClr>
                <a:schemeClr val="tx2"/>
              </a:buClr>
              <a:buChar char="•"/>
              <a:defRPr sz="2000">
                <a:solidFill>
                  <a:schemeClr val="tx1"/>
                </a:solidFill>
                <a:latin typeface="Times New Roman" pitchFamily="18" charset="0"/>
              </a:defRPr>
            </a:lvl5pPr>
            <a:lvl6pPr marL="2514600" indent="-228600" eaLnBrk="0" fontAlgn="base" hangingPunct="0">
              <a:spcBef>
                <a:spcPct val="20000"/>
              </a:spcBef>
              <a:spcAft>
                <a:spcPct val="0"/>
              </a:spcAft>
              <a:buClr>
                <a:schemeClr val="tx2"/>
              </a:buClr>
              <a:buChar char="•"/>
              <a:defRPr sz="2000">
                <a:solidFill>
                  <a:schemeClr val="tx1"/>
                </a:solidFill>
                <a:latin typeface="Times New Roman" pitchFamily="18" charset="0"/>
              </a:defRPr>
            </a:lvl6pPr>
            <a:lvl7pPr marL="2971800" indent="-228600" eaLnBrk="0" fontAlgn="base" hangingPunct="0">
              <a:spcBef>
                <a:spcPct val="20000"/>
              </a:spcBef>
              <a:spcAft>
                <a:spcPct val="0"/>
              </a:spcAft>
              <a:buClr>
                <a:schemeClr val="tx2"/>
              </a:buClr>
              <a:buChar char="•"/>
              <a:defRPr sz="2000">
                <a:solidFill>
                  <a:schemeClr val="tx1"/>
                </a:solidFill>
                <a:latin typeface="Times New Roman" pitchFamily="18" charset="0"/>
              </a:defRPr>
            </a:lvl7pPr>
            <a:lvl8pPr marL="3429000" indent="-228600" eaLnBrk="0" fontAlgn="base" hangingPunct="0">
              <a:spcBef>
                <a:spcPct val="20000"/>
              </a:spcBef>
              <a:spcAft>
                <a:spcPct val="0"/>
              </a:spcAft>
              <a:buClr>
                <a:schemeClr val="tx2"/>
              </a:buClr>
              <a:buChar char="•"/>
              <a:defRPr sz="2000">
                <a:solidFill>
                  <a:schemeClr val="tx1"/>
                </a:solidFill>
                <a:latin typeface="Times New Roman" pitchFamily="18" charset="0"/>
              </a:defRPr>
            </a:lvl8pPr>
            <a:lvl9pPr marL="3886200" indent="-228600" eaLnBrk="0" fontAlgn="base" hangingPunct="0">
              <a:spcBef>
                <a:spcPct val="20000"/>
              </a:spcBef>
              <a:spcAft>
                <a:spcPct val="0"/>
              </a:spcAft>
              <a:buClr>
                <a:schemeClr val="tx2"/>
              </a:buClr>
              <a:buChar char="•"/>
              <a:defRPr sz="2000">
                <a:solidFill>
                  <a:schemeClr val="tx1"/>
                </a:solidFill>
                <a:latin typeface="Times New Roman" pitchFamily="18" charset="0"/>
              </a:defRPr>
            </a:lvl9pPr>
          </a:lstStyle>
          <a:p>
            <a:pPr algn="ctr">
              <a:spcBef>
                <a:spcPct val="0"/>
              </a:spcBef>
              <a:buClrTx/>
              <a:buSzTx/>
              <a:buFontTx/>
              <a:buNone/>
            </a:pPr>
            <a:r>
              <a:rPr lang="en-US" altLang="en-US" sz="1800">
                <a:latin typeface="Book Antiqua" pitchFamily="18" charset="0"/>
              </a:rPr>
              <a:t>Run</a:t>
            </a:r>
            <a:endParaRPr lang="en-US" altLang="en-US" sz="1800"/>
          </a:p>
        </p:txBody>
      </p:sp>
    </p:spTree>
  </p:cSld>
  <p:clrMapOvr>
    <a:masterClrMapping/>
  </p:clrMapOvr>
  <p:transition>
    <p:wipe dir="r"/>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187" name="Rectangle 2"/>
          <p:cNvSpPr>
            <a:spLocks noChangeArrowheads="1"/>
          </p:cNvSpPr>
          <p:nvPr/>
        </p:nvSpPr>
        <p:spPr bwMode="auto">
          <a:xfrm>
            <a:off x="228600" y="152400"/>
            <a:ext cx="4572000" cy="6186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New Roman" pitchFamily="18" charset="0"/>
                <a:ea typeface="MS PGothic" pitchFamily="34" charset="-128"/>
              </a:defRPr>
            </a:lvl1pPr>
            <a:lvl2pPr marL="742950" indent="-285750">
              <a:defRPr sz="2400">
                <a:solidFill>
                  <a:schemeClr val="tx1"/>
                </a:solidFill>
                <a:latin typeface="Times New Roman" pitchFamily="18" charset="0"/>
                <a:ea typeface="MS PGothic" pitchFamily="34" charset="-128"/>
              </a:defRPr>
            </a:lvl2pPr>
            <a:lvl3pPr marL="1143000" indent="-228600">
              <a:defRPr sz="2400">
                <a:solidFill>
                  <a:schemeClr val="tx1"/>
                </a:solidFill>
                <a:latin typeface="Times New Roman" pitchFamily="18" charset="0"/>
                <a:ea typeface="MS PGothic" pitchFamily="34" charset="-128"/>
              </a:defRPr>
            </a:lvl3pPr>
            <a:lvl4pPr marL="1600200" indent="-228600">
              <a:defRPr sz="2400">
                <a:solidFill>
                  <a:schemeClr val="tx1"/>
                </a:solidFill>
                <a:latin typeface="Times New Roman" pitchFamily="18" charset="0"/>
                <a:ea typeface="MS PGothic" pitchFamily="34" charset="-128"/>
              </a:defRPr>
            </a:lvl4pPr>
            <a:lvl5pPr marL="2057400" indent="-228600">
              <a:defRPr sz="2400">
                <a:solidFill>
                  <a:schemeClr val="tx1"/>
                </a:solidFill>
                <a:latin typeface="Times New Roman" pitchFamily="18" charset="0"/>
                <a:ea typeface="MS PGothic" pitchFamily="34" charset="-128"/>
              </a:defRPr>
            </a:lvl5pPr>
            <a:lvl6pPr marL="2514600" indent="-228600" eaLnBrk="0" fontAlgn="base" hangingPunct="0">
              <a:spcBef>
                <a:spcPct val="0"/>
              </a:spcBef>
              <a:spcAft>
                <a:spcPct val="0"/>
              </a:spcAft>
              <a:defRPr sz="2400">
                <a:solidFill>
                  <a:schemeClr val="tx1"/>
                </a:solidFill>
                <a:latin typeface="Times New Roman" pitchFamily="18" charset="0"/>
                <a:ea typeface="MS PGothic" pitchFamily="34" charset="-128"/>
              </a:defRPr>
            </a:lvl6pPr>
            <a:lvl7pPr marL="2971800" indent="-228600" eaLnBrk="0" fontAlgn="base" hangingPunct="0">
              <a:spcBef>
                <a:spcPct val="0"/>
              </a:spcBef>
              <a:spcAft>
                <a:spcPct val="0"/>
              </a:spcAft>
              <a:defRPr sz="2400">
                <a:solidFill>
                  <a:schemeClr val="tx1"/>
                </a:solidFill>
                <a:latin typeface="Times New Roman" pitchFamily="18" charset="0"/>
                <a:ea typeface="MS PGothic" pitchFamily="34" charset="-128"/>
              </a:defRPr>
            </a:lvl7pPr>
            <a:lvl8pPr marL="3429000" indent="-228600" eaLnBrk="0" fontAlgn="base" hangingPunct="0">
              <a:spcBef>
                <a:spcPct val="0"/>
              </a:spcBef>
              <a:spcAft>
                <a:spcPct val="0"/>
              </a:spcAft>
              <a:defRPr sz="2400">
                <a:solidFill>
                  <a:schemeClr val="tx1"/>
                </a:solidFill>
                <a:latin typeface="Times New Roman" pitchFamily="18" charset="0"/>
                <a:ea typeface="MS PGothic" pitchFamily="34" charset="-128"/>
              </a:defRPr>
            </a:lvl8pPr>
            <a:lvl9pPr marL="3886200" indent="-228600" eaLnBrk="0" fontAlgn="base" hangingPunct="0">
              <a:spcBef>
                <a:spcPct val="0"/>
              </a:spcBef>
              <a:spcAft>
                <a:spcPct val="0"/>
              </a:spcAft>
              <a:defRPr sz="2400">
                <a:solidFill>
                  <a:schemeClr val="tx1"/>
                </a:solidFill>
                <a:latin typeface="Times New Roman" pitchFamily="18" charset="0"/>
                <a:ea typeface="MS PGothic" pitchFamily="34" charset="-128"/>
              </a:defRPr>
            </a:lvl9pPr>
          </a:lstStyle>
          <a:p>
            <a:r>
              <a:rPr lang="en-US" altLang="en-US" sz="1200"/>
              <a:t>import javafx.application.Application;</a:t>
            </a:r>
          </a:p>
          <a:p>
            <a:r>
              <a:rPr lang="en-US" altLang="en-US" sz="1200"/>
              <a:t>import javafx.scene.Scene;</a:t>
            </a:r>
          </a:p>
          <a:p>
            <a:r>
              <a:rPr lang="en-US" altLang="en-US" sz="1200"/>
              <a:t>import javafx.scene.layout.Pane;</a:t>
            </a:r>
          </a:p>
          <a:p>
            <a:r>
              <a:rPr lang="en-US" altLang="en-US" sz="1200"/>
              <a:t>import javafx.scene.text.Text;</a:t>
            </a:r>
          </a:p>
          <a:p>
            <a:r>
              <a:rPr lang="en-US" altLang="en-US" sz="1200"/>
              <a:t>import javafx.stage.Stage;</a:t>
            </a:r>
          </a:p>
          <a:p>
            <a:endParaRPr lang="en-US" altLang="en-US" sz="1200"/>
          </a:p>
          <a:p>
            <a:r>
              <a:rPr lang="en-US" altLang="en-US" sz="1200"/>
              <a:t>public class MouseEventDemo extends Application {</a:t>
            </a:r>
          </a:p>
          <a:p>
            <a:r>
              <a:rPr lang="en-US" altLang="en-US" sz="1200"/>
              <a:t>  @Override // Override the start method in the Application class</a:t>
            </a:r>
          </a:p>
          <a:p>
            <a:r>
              <a:rPr lang="en-US" altLang="en-US" sz="1200"/>
              <a:t>  public void start(Stage primaryStage) {</a:t>
            </a:r>
          </a:p>
          <a:p>
            <a:r>
              <a:rPr lang="en-US" altLang="en-US" sz="1200"/>
              <a:t>    // Create a pane and set its properties</a:t>
            </a:r>
          </a:p>
          <a:p>
            <a:r>
              <a:rPr lang="en-US" altLang="en-US" sz="1200"/>
              <a:t>    Pane pane = new Pane();</a:t>
            </a:r>
          </a:p>
          <a:p>
            <a:r>
              <a:rPr lang="en-US" altLang="en-US" sz="1200"/>
              <a:t>    Text text = new Text(20, 20, "Programming is fun");</a:t>
            </a:r>
          </a:p>
          <a:p>
            <a:r>
              <a:rPr lang="en-US" altLang="en-US" sz="1200"/>
              <a:t>    pane.getChildren().addAll(text);</a:t>
            </a:r>
          </a:p>
          <a:p>
            <a:r>
              <a:rPr lang="en-US" altLang="en-US" sz="1200"/>
              <a:t>    text.setOnMouseDragged(e -&gt; {       </a:t>
            </a:r>
          </a:p>
          <a:p>
            <a:r>
              <a:rPr lang="en-US" altLang="en-US" sz="1200"/>
              <a:t>      text.setX(e.getX());</a:t>
            </a:r>
          </a:p>
          <a:p>
            <a:r>
              <a:rPr lang="en-US" altLang="en-US" sz="1200"/>
              <a:t>      text.setY(e.getY());</a:t>
            </a:r>
          </a:p>
          <a:p>
            <a:r>
              <a:rPr lang="en-US" altLang="en-US" sz="1200"/>
              <a:t>    });</a:t>
            </a:r>
          </a:p>
          <a:p>
            <a:r>
              <a:rPr lang="en-US" altLang="en-US" sz="1200"/>
              <a:t>    </a:t>
            </a:r>
          </a:p>
          <a:p>
            <a:r>
              <a:rPr lang="en-US" altLang="en-US" sz="1200"/>
              <a:t>    // Create a scene and place it in the stage</a:t>
            </a:r>
          </a:p>
          <a:p>
            <a:r>
              <a:rPr lang="en-US" altLang="en-US" sz="1200"/>
              <a:t>    Scene scene = new Scene(pane, 300, 100);</a:t>
            </a:r>
          </a:p>
          <a:p>
            <a:r>
              <a:rPr lang="en-US" altLang="en-US" sz="1200"/>
              <a:t>    primaryStage.setTitle("MouseEventDemo"); // Set the stage title</a:t>
            </a:r>
          </a:p>
          <a:p>
            <a:r>
              <a:rPr lang="en-US" altLang="en-US" sz="1200"/>
              <a:t>    primaryStage.setScene(scene); // Place the scene in the stage</a:t>
            </a:r>
          </a:p>
          <a:p>
            <a:r>
              <a:rPr lang="en-US" altLang="en-US" sz="1200"/>
              <a:t>    primaryStage.show(); // Display the stage</a:t>
            </a:r>
          </a:p>
          <a:p>
            <a:r>
              <a:rPr lang="en-US" altLang="en-US" sz="1200"/>
              <a:t>  }</a:t>
            </a:r>
          </a:p>
          <a:p>
            <a:endParaRPr lang="en-US" altLang="en-US" sz="1200"/>
          </a:p>
          <a:p>
            <a:r>
              <a:rPr lang="en-US" altLang="en-US" sz="1200"/>
              <a:t>  /**</a:t>
            </a:r>
          </a:p>
          <a:p>
            <a:r>
              <a:rPr lang="en-US" altLang="en-US" sz="1200"/>
              <a:t>   * The main method is only needed for the IDE with limited</a:t>
            </a:r>
          </a:p>
          <a:p>
            <a:r>
              <a:rPr lang="en-US" altLang="en-US" sz="1200"/>
              <a:t>   * JavaFX support. Not needed for running from the command line.</a:t>
            </a:r>
          </a:p>
          <a:p>
            <a:r>
              <a:rPr lang="en-US" altLang="en-US" sz="1200"/>
              <a:t>   */</a:t>
            </a:r>
          </a:p>
          <a:p>
            <a:r>
              <a:rPr lang="en-US" altLang="en-US" sz="1200"/>
              <a:t>  public static void main(String[] args) {</a:t>
            </a:r>
          </a:p>
          <a:p>
            <a:r>
              <a:rPr lang="en-US" altLang="en-US" sz="1200"/>
              <a:t>    launch(args);</a:t>
            </a:r>
          </a:p>
          <a:p>
            <a:r>
              <a:rPr lang="en-US" altLang="en-US" sz="1200"/>
              <a:t>  }</a:t>
            </a:r>
          </a:p>
          <a:p>
            <a:r>
              <a:rPr lang="en-US" altLang="en-US" sz="1200"/>
              <a:t>} </a:t>
            </a:r>
          </a:p>
        </p:txBody>
      </p:sp>
      <p:pic>
        <p:nvPicPr>
          <p:cNvPr id="4" name="Picture 3"/>
          <p:cNvPicPr>
            <a:picLocks noChangeAspect="1"/>
          </p:cNvPicPr>
          <p:nvPr/>
        </p:nvPicPr>
        <p:blipFill>
          <a:blip r:embed="rId2" cstate="print"/>
          <a:stretch>
            <a:fillRect/>
          </a:stretch>
        </p:blipFill>
        <p:spPr>
          <a:xfrm>
            <a:off x="4876800" y="1295400"/>
            <a:ext cx="3810000" cy="1549400"/>
          </a:xfrm>
          <a:prstGeom prst="rect">
            <a:avLst/>
          </a:prstGeom>
          <a:ln>
            <a:solidFill>
              <a:schemeClr val="bg1">
                <a:lumMod val="75000"/>
              </a:schemeClr>
            </a:solidFill>
          </a:ln>
        </p:spPr>
      </p:pic>
    </p:spTree>
  </p:cSld>
  <p:clrMapOvr>
    <a:masterClrMapping/>
  </p:clrMapOvr>
  <p:transition>
    <p:random/>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5" name="Rectangle 2"/>
          <p:cNvSpPr>
            <a:spLocks noGrp="1" noChangeArrowheads="1"/>
          </p:cNvSpPr>
          <p:nvPr>
            <p:ph type="title"/>
          </p:nvPr>
        </p:nvSpPr>
        <p:spPr>
          <a:xfrm>
            <a:off x="685800" y="0"/>
            <a:ext cx="7772400" cy="1428750"/>
          </a:xfrm>
        </p:spPr>
        <p:txBody>
          <a:bodyPr/>
          <a:lstStyle/>
          <a:p>
            <a:pPr algn="ctr">
              <a:defRPr/>
            </a:pPr>
            <a:r>
              <a:rPr lang="en-US" sz="4400" b="1" dirty="0">
                <a:solidFill>
                  <a:schemeClr val="tx1"/>
                </a:solidFill>
                <a:latin typeface="Times New Roman" panose="02020603050405020304" pitchFamily="18" charset="0"/>
                <a:ea typeface="ＭＳ Ｐゴシック" charset="0"/>
                <a:cs typeface="Times New Roman" panose="02020603050405020304" pitchFamily="18" charset="0"/>
              </a:rPr>
              <a:t>The </a:t>
            </a:r>
            <a:r>
              <a:rPr lang="en-US" sz="4400" b="1" dirty="0" err="1">
                <a:solidFill>
                  <a:schemeClr val="tx1"/>
                </a:solidFill>
                <a:latin typeface="Courier New" panose="02070309020205020404" pitchFamily="49" charset="0"/>
                <a:ea typeface="ＭＳ Ｐゴシック" charset="0"/>
                <a:cs typeface="Courier New" panose="02070309020205020404" pitchFamily="49" charset="0"/>
              </a:rPr>
              <a:t>KeyEvent</a:t>
            </a:r>
            <a:r>
              <a:rPr lang="en-US" sz="4400" b="1" dirty="0">
                <a:solidFill>
                  <a:schemeClr val="tx1"/>
                </a:solidFill>
                <a:latin typeface="Times New Roman" panose="02020603050405020304" pitchFamily="18" charset="0"/>
                <a:ea typeface="ＭＳ Ｐゴシック" charset="0"/>
                <a:cs typeface="Times New Roman" panose="02020603050405020304" pitchFamily="18" charset="0"/>
              </a:rPr>
              <a:t> Class</a:t>
            </a:r>
          </a:p>
        </p:txBody>
      </p:sp>
      <p:sp>
        <p:nvSpPr>
          <p:cNvPr id="33796" name="Rectangle 6"/>
          <p:cNvSpPr>
            <a:spLocks noChangeArrowheads="1"/>
          </p:cNvSpPr>
          <p:nvPr/>
        </p:nvSpPr>
        <p:spPr bwMode="auto">
          <a:xfrm>
            <a:off x="2324100" y="2928938"/>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defRPr/>
            </a:pPr>
            <a:endParaRPr lang="en-US">
              <a:latin typeface="Times New Roman" charset="0"/>
              <a:ea typeface="ＭＳ Ｐゴシック" charset="0"/>
              <a:cs typeface="ＭＳ Ｐゴシック" charset="0"/>
            </a:endParaRPr>
          </a:p>
        </p:txBody>
      </p:sp>
      <p:sp>
        <p:nvSpPr>
          <p:cNvPr id="94213" name="Rectangle 7"/>
          <p:cNvSpPr>
            <a:spLocks noChangeArrowheads="1"/>
          </p:cNvSpPr>
          <p:nvPr/>
        </p:nvSpPr>
        <p:spPr bwMode="auto">
          <a:xfrm>
            <a:off x="0" y="0"/>
            <a:ext cx="9144000" cy="0"/>
          </a:xfrm>
          <a:prstGeom prst="rect">
            <a:avLst/>
          </a:prstGeom>
          <a:noFill/>
          <a:ln>
            <a:noFill/>
          </a:ln>
          <a:effectLst>
            <a:prstShdw prst="shdw17" dist="17961" dir="2700000">
              <a:srgbClr val="7A7A7A"/>
            </a:prst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Lst>
        </p:spPr>
        <p:txBody>
          <a:bodyPr wrap="none" anchor="ctr">
            <a:spAutoFit/>
          </a:bodyPr>
          <a:lstStyle>
            <a:lvl1pPr>
              <a:defRPr sz="2400">
                <a:solidFill>
                  <a:schemeClr val="tx1"/>
                </a:solidFill>
                <a:latin typeface="Times New Roman" pitchFamily="18" charset="0"/>
                <a:ea typeface="MS PGothic" pitchFamily="34" charset="-128"/>
              </a:defRPr>
            </a:lvl1pPr>
            <a:lvl2pPr marL="742950" indent="-285750">
              <a:defRPr sz="2400">
                <a:solidFill>
                  <a:schemeClr val="tx1"/>
                </a:solidFill>
                <a:latin typeface="Times New Roman" pitchFamily="18" charset="0"/>
                <a:ea typeface="MS PGothic" pitchFamily="34" charset="-128"/>
              </a:defRPr>
            </a:lvl2pPr>
            <a:lvl3pPr marL="1143000" indent="-228600">
              <a:defRPr sz="2400">
                <a:solidFill>
                  <a:schemeClr val="tx1"/>
                </a:solidFill>
                <a:latin typeface="Times New Roman" pitchFamily="18" charset="0"/>
                <a:ea typeface="MS PGothic" pitchFamily="34" charset="-128"/>
              </a:defRPr>
            </a:lvl3pPr>
            <a:lvl4pPr marL="1600200" indent="-228600">
              <a:defRPr sz="2400">
                <a:solidFill>
                  <a:schemeClr val="tx1"/>
                </a:solidFill>
                <a:latin typeface="Times New Roman" pitchFamily="18" charset="0"/>
                <a:ea typeface="MS PGothic" pitchFamily="34" charset="-128"/>
              </a:defRPr>
            </a:lvl4pPr>
            <a:lvl5pPr marL="2057400" indent="-228600">
              <a:defRPr sz="2400">
                <a:solidFill>
                  <a:schemeClr val="tx1"/>
                </a:solidFill>
                <a:latin typeface="Times New Roman" pitchFamily="18" charset="0"/>
                <a:ea typeface="MS PGothic" pitchFamily="34" charset="-128"/>
              </a:defRPr>
            </a:lvl5pPr>
            <a:lvl6pPr marL="2514600" indent="-228600" eaLnBrk="0" fontAlgn="base" hangingPunct="0">
              <a:spcBef>
                <a:spcPct val="0"/>
              </a:spcBef>
              <a:spcAft>
                <a:spcPct val="0"/>
              </a:spcAft>
              <a:defRPr sz="2400">
                <a:solidFill>
                  <a:schemeClr val="tx1"/>
                </a:solidFill>
                <a:latin typeface="Times New Roman" pitchFamily="18" charset="0"/>
                <a:ea typeface="MS PGothic" pitchFamily="34" charset="-128"/>
              </a:defRPr>
            </a:lvl6pPr>
            <a:lvl7pPr marL="2971800" indent="-228600" eaLnBrk="0" fontAlgn="base" hangingPunct="0">
              <a:spcBef>
                <a:spcPct val="0"/>
              </a:spcBef>
              <a:spcAft>
                <a:spcPct val="0"/>
              </a:spcAft>
              <a:defRPr sz="2400">
                <a:solidFill>
                  <a:schemeClr val="tx1"/>
                </a:solidFill>
                <a:latin typeface="Times New Roman" pitchFamily="18" charset="0"/>
                <a:ea typeface="MS PGothic" pitchFamily="34" charset="-128"/>
              </a:defRPr>
            </a:lvl7pPr>
            <a:lvl8pPr marL="3429000" indent="-228600" eaLnBrk="0" fontAlgn="base" hangingPunct="0">
              <a:spcBef>
                <a:spcPct val="0"/>
              </a:spcBef>
              <a:spcAft>
                <a:spcPct val="0"/>
              </a:spcAft>
              <a:defRPr sz="2400">
                <a:solidFill>
                  <a:schemeClr val="tx1"/>
                </a:solidFill>
                <a:latin typeface="Times New Roman" pitchFamily="18" charset="0"/>
                <a:ea typeface="MS PGothic" pitchFamily="34" charset="-128"/>
              </a:defRPr>
            </a:lvl8pPr>
            <a:lvl9pPr marL="3886200" indent="-228600" eaLnBrk="0" fontAlgn="base" hangingPunct="0">
              <a:spcBef>
                <a:spcPct val="0"/>
              </a:spcBef>
              <a:spcAft>
                <a:spcPct val="0"/>
              </a:spcAft>
              <a:defRPr sz="2400">
                <a:solidFill>
                  <a:schemeClr val="tx1"/>
                </a:solidFill>
                <a:latin typeface="Times New Roman" pitchFamily="18" charset="0"/>
                <a:ea typeface="MS PGothic" pitchFamily="34" charset="-128"/>
              </a:defRPr>
            </a:lvl9pPr>
          </a:lstStyle>
          <a:p>
            <a:endParaRPr lang="ms-MY" altLang="en-US"/>
          </a:p>
        </p:txBody>
      </p:sp>
      <p:pic>
        <p:nvPicPr>
          <p:cNvPr id="94217" name="Picture 11"/>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2400" y="1447800"/>
            <a:ext cx="8836025" cy="26670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Lst>
        </p:spPr>
      </p:pic>
      <p:sp>
        <p:nvSpPr>
          <p:cNvPr id="10" name="Rectangle 9">
            <a:hlinkClick r:id="rId3"/>
          </p:cNvPr>
          <p:cNvSpPr>
            <a:spLocks noChangeArrowheads="1"/>
          </p:cNvSpPr>
          <p:nvPr/>
        </p:nvSpPr>
        <p:spPr bwMode="auto">
          <a:xfrm>
            <a:off x="4419600" y="5486400"/>
            <a:ext cx="2324100" cy="381000"/>
          </a:xfrm>
          <a:prstGeom prst="rect">
            <a:avLst/>
          </a:prstGeom>
          <a:solidFill>
            <a:srgbClr val="92D050"/>
          </a:solidFill>
          <a:ln>
            <a:noFill/>
          </a:ln>
          <a:extLst>
            <a:ext uri="{91240B29-F687-4F45-9708-019B960494DF}">
              <a14:hiddenLine xmlns:a14="http://schemas.microsoft.com/office/drawing/2010/main" w="12700" algn="ctr">
                <a:solidFill>
                  <a:srgbClr val="000000"/>
                </a:solidFill>
                <a:round/>
                <a:headEnd type="none" w="sm" len="sm"/>
                <a:tailEnd type="none" w="sm" len="sm"/>
              </a14:hiddenLine>
            </a:ext>
          </a:extLst>
        </p:spPr>
        <p:txBody>
          <a:bodyPr/>
          <a:lstStyle>
            <a:lvl1pPr>
              <a:spcBef>
                <a:spcPct val="20000"/>
              </a:spcBef>
              <a:buClr>
                <a:schemeClr val="tx2"/>
              </a:buClr>
              <a:buSzPct val="75000"/>
              <a:buFont typeface="Monotype Sorts"/>
              <a:buChar char="F"/>
              <a:defRPr sz="3200">
                <a:solidFill>
                  <a:schemeClr val="tx1"/>
                </a:solidFill>
                <a:latin typeface="Times New Roman" pitchFamily="18" charset="0"/>
              </a:defRPr>
            </a:lvl1pPr>
            <a:lvl2pPr marL="742950" indent="-285750">
              <a:spcBef>
                <a:spcPct val="20000"/>
              </a:spcBef>
              <a:buClr>
                <a:schemeClr val="tx1"/>
              </a:buClr>
              <a:buChar char="–"/>
              <a:defRPr sz="2800">
                <a:solidFill>
                  <a:schemeClr val="tx1"/>
                </a:solidFill>
                <a:latin typeface="Times New Roman" pitchFamily="18" charset="0"/>
              </a:defRPr>
            </a:lvl2pPr>
            <a:lvl3pPr marL="1143000" indent="-228600">
              <a:spcBef>
                <a:spcPct val="20000"/>
              </a:spcBef>
              <a:buClr>
                <a:schemeClr val="accent2"/>
              </a:buClr>
              <a:buSzPct val="65000"/>
              <a:buFont typeface="Monotype Sorts"/>
              <a:buChar char="u"/>
              <a:defRPr sz="2400">
                <a:solidFill>
                  <a:schemeClr val="tx1"/>
                </a:solidFill>
                <a:latin typeface="Times New Roman" pitchFamily="18" charset="0"/>
              </a:defRPr>
            </a:lvl3pPr>
            <a:lvl4pPr marL="1600200" indent="-228600">
              <a:spcBef>
                <a:spcPct val="20000"/>
              </a:spcBef>
              <a:buClr>
                <a:schemeClr val="tx1"/>
              </a:buClr>
              <a:buChar char="–"/>
              <a:defRPr sz="2000">
                <a:solidFill>
                  <a:schemeClr val="tx1"/>
                </a:solidFill>
                <a:latin typeface="Times New Roman" pitchFamily="18" charset="0"/>
              </a:defRPr>
            </a:lvl4pPr>
            <a:lvl5pPr marL="2057400" indent="-228600">
              <a:spcBef>
                <a:spcPct val="20000"/>
              </a:spcBef>
              <a:buClr>
                <a:schemeClr val="tx2"/>
              </a:buClr>
              <a:buChar char="•"/>
              <a:defRPr sz="2000">
                <a:solidFill>
                  <a:schemeClr val="tx1"/>
                </a:solidFill>
                <a:latin typeface="Times New Roman" pitchFamily="18" charset="0"/>
              </a:defRPr>
            </a:lvl5pPr>
            <a:lvl6pPr marL="2514600" indent="-228600" eaLnBrk="0" fontAlgn="base" hangingPunct="0">
              <a:spcBef>
                <a:spcPct val="20000"/>
              </a:spcBef>
              <a:spcAft>
                <a:spcPct val="0"/>
              </a:spcAft>
              <a:buClr>
                <a:schemeClr val="tx2"/>
              </a:buClr>
              <a:buChar char="•"/>
              <a:defRPr sz="2000">
                <a:solidFill>
                  <a:schemeClr val="tx1"/>
                </a:solidFill>
                <a:latin typeface="Times New Roman" pitchFamily="18" charset="0"/>
              </a:defRPr>
            </a:lvl6pPr>
            <a:lvl7pPr marL="2971800" indent="-228600" eaLnBrk="0" fontAlgn="base" hangingPunct="0">
              <a:spcBef>
                <a:spcPct val="20000"/>
              </a:spcBef>
              <a:spcAft>
                <a:spcPct val="0"/>
              </a:spcAft>
              <a:buClr>
                <a:schemeClr val="tx2"/>
              </a:buClr>
              <a:buChar char="•"/>
              <a:defRPr sz="2000">
                <a:solidFill>
                  <a:schemeClr val="tx1"/>
                </a:solidFill>
                <a:latin typeface="Times New Roman" pitchFamily="18" charset="0"/>
              </a:defRPr>
            </a:lvl7pPr>
            <a:lvl8pPr marL="3429000" indent="-228600" eaLnBrk="0" fontAlgn="base" hangingPunct="0">
              <a:spcBef>
                <a:spcPct val="20000"/>
              </a:spcBef>
              <a:spcAft>
                <a:spcPct val="0"/>
              </a:spcAft>
              <a:buClr>
                <a:schemeClr val="tx2"/>
              </a:buClr>
              <a:buChar char="•"/>
              <a:defRPr sz="2000">
                <a:solidFill>
                  <a:schemeClr val="tx1"/>
                </a:solidFill>
                <a:latin typeface="Times New Roman" pitchFamily="18" charset="0"/>
              </a:defRPr>
            </a:lvl8pPr>
            <a:lvl9pPr marL="3886200" indent="-228600" eaLnBrk="0" fontAlgn="base" hangingPunct="0">
              <a:spcBef>
                <a:spcPct val="20000"/>
              </a:spcBef>
              <a:spcAft>
                <a:spcPct val="0"/>
              </a:spcAft>
              <a:buClr>
                <a:schemeClr val="tx2"/>
              </a:buClr>
              <a:buChar char="•"/>
              <a:defRPr sz="2000">
                <a:solidFill>
                  <a:schemeClr val="tx1"/>
                </a:solidFill>
                <a:latin typeface="Times New Roman" pitchFamily="18" charset="0"/>
              </a:defRPr>
            </a:lvl9pPr>
          </a:lstStyle>
          <a:p>
            <a:pPr algn="ctr">
              <a:spcBef>
                <a:spcPct val="0"/>
              </a:spcBef>
              <a:buClrTx/>
              <a:buSzTx/>
              <a:buFontTx/>
              <a:buNone/>
            </a:pPr>
            <a:r>
              <a:rPr lang="en-US" altLang="en-US" sz="2000" dirty="0" err="1"/>
              <a:t>KeyEventDemo</a:t>
            </a:r>
            <a:endParaRPr lang="en-US" altLang="en-US" sz="2000" dirty="0"/>
          </a:p>
        </p:txBody>
      </p:sp>
      <p:sp>
        <p:nvSpPr>
          <p:cNvPr id="11" name="AutoShape 10">
            <a:hlinkClick r:id="rId4" action="ppaction://program" highlightClick="1"/>
          </p:cNvPr>
          <p:cNvSpPr>
            <a:spLocks noChangeArrowheads="1"/>
          </p:cNvSpPr>
          <p:nvPr/>
        </p:nvSpPr>
        <p:spPr bwMode="auto">
          <a:xfrm>
            <a:off x="6845300" y="5486400"/>
            <a:ext cx="698500" cy="381000"/>
          </a:xfrm>
          <a:prstGeom prst="actionButtonBlank">
            <a:avLst/>
          </a:prstGeom>
          <a:solidFill>
            <a:srgbClr val="38A1BA"/>
          </a:solidFill>
          <a:ln>
            <a:noFill/>
          </a:ln>
          <a:effectLst>
            <a:prstShdw prst="shdw17" dist="17961" dir="2700000">
              <a:srgbClr val="226170"/>
            </a:prstShdw>
          </a:effectLst>
          <a:extLst>
            <a:ext uri="{91240B29-F687-4F45-9708-019B960494DF}">
              <a14:hiddenLine xmlns:a14="http://schemas.microsoft.com/office/drawing/2010/main" w="19050">
                <a:solidFill>
                  <a:schemeClr val="tx1"/>
                </a:solidFill>
                <a:miter lim="800000"/>
                <a:headEnd type="none" w="sm" len="sm"/>
                <a:tailEnd type="none" w="sm" len="sm"/>
              </a14:hiddenLine>
            </a:ext>
          </a:extLst>
        </p:spPr>
        <p:txBody>
          <a:bodyPr wrap="none" anchor="ctr"/>
          <a:lstStyle>
            <a:lvl1pPr>
              <a:spcBef>
                <a:spcPct val="20000"/>
              </a:spcBef>
              <a:buClr>
                <a:schemeClr val="tx2"/>
              </a:buClr>
              <a:buSzPct val="75000"/>
              <a:buFont typeface="Monotype Sorts"/>
              <a:buChar char="F"/>
              <a:defRPr sz="3200">
                <a:solidFill>
                  <a:schemeClr val="tx1"/>
                </a:solidFill>
                <a:latin typeface="Times New Roman" pitchFamily="18" charset="0"/>
              </a:defRPr>
            </a:lvl1pPr>
            <a:lvl2pPr marL="742950" indent="-285750">
              <a:spcBef>
                <a:spcPct val="20000"/>
              </a:spcBef>
              <a:buClr>
                <a:schemeClr val="tx1"/>
              </a:buClr>
              <a:buChar char="–"/>
              <a:defRPr sz="2800">
                <a:solidFill>
                  <a:schemeClr val="tx1"/>
                </a:solidFill>
                <a:latin typeface="Times New Roman" pitchFamily="18" charset="0"/>
              </a:defRPr>
            </a:lvl2pPr>
            <a:lvl3pPr marL="1143000" indent="-228600">
              <a:spcBef>
                <a:spcPct val="20000"/>
              </a:spcBef>
              <a:buClr>
                <a:schemeClr val="accent2"/>
              </a:buClr>
              <a:buSzPct val="65000"/>
              <a:buFont typeface="Monotype Sorts"/>
              <a:buChar char="u"/>
              <a:defRPr sz="2400">
                <a:solidFill>
                  <a:schemeClr val="tx1"/>
                </a:solidFill>
                <a:latin typeface="Times New Roman" pitchFamily="18" charset="0"/>
              </a:defRPr>
            </a:lvl3pPr>
            <a:lvl4pPr marL="1600200" indent="-228600">
              <a:spcBef>
                <a:spcPct val="20000"/>
              </a:spcBef>
              <a:buClr>
                <a:schemeClr val="tx1"/>
              </a:buClr>
              <a:buChar char="–"/>
              <a:defRPr sz="2000">
                <a:solidFill>
                  <a:schemeClr val="tx1"/>
                </a:solidFill>
                <a:latin typeface="Times New Roman" pitchFamily="18" charset="0"/>
              </a:defRPr>
            </a:lvl4pPr>
            <a:lvl5pPr marL="2057400" indent="-228600">
              <a:spcBef>
                <a:spcPct val="20000"/>
              </a:spcBef>
              <a:buClr>
                <a:schemeClr val="tx2"/>
              </a:buClr>
              <a:buChar char="•"/>
              <a:defRPr sz="2000">
                <a:solidFill>
                  <a:schemeClr val="tx1"/>
                </a:solidFill>
                <a:latin typeface="Times New Roman" pitchFamily="18" charset="0"/>
              </a:defRPr>
            </a:lvl5pPr>
            <a:lvl6pPr marL="2514600" indent="-228600" eaLnBrk="0" fontAlgn="base" hangingPunct="0">
              <a:spcBef>
                <a:spcPct val="20000"/>
              </a:spcBef>
              <a:spcAft>
                <a:spcPct val="0"/>
              </a:spcAft>
              <a:buClr>
                <a:schemeClr val="tx2"/>
              </a:buClr>
              <a:buChar char="•"/>
              <a:defRPr sz="2000">
                <a:solidFill>
                  <a:schemeClr val="tx1"/>
                </a:solidFill>
                <a:latin typeface="Times New Roman" pitchFamily="18" charset="0"/>
              </a:defRPr>
            </a:lvl6pPr>
            <a:lvl7pPr marL="2971800" indent="-228600" eaLnBrk="0" fontAlgn="base" hangingPunct="0">
              <a:spcBef>
                <a:spcPct val="20000"/>
              </a:spcBef>
              <a:spcAft>
                <a:spcPct val="0"/>
              </a:spcAft>
              <a:buClr>
                <a:schemeClr val="tx2"/>
              </a:buClr>
              <a:buChar char="•"/>
              <a:defRPr sz="2000">
                <a:solidFill>
                  <a:schemeClr val="tx1"/>
                </a:solidFill>
                <a:latin typeface="Times New Roman" pitchFamily="18" charset="0"/>
              </a:defRPr>
            </a:lvl7pPr>
            <a:lvl8pPr marL="3429000" indent="-228600" eaLnBrk="0" fontAlgn="base" hangingPunct="0">
              <a:spcBef>
                <a:spcPct val="20000"/>
              </a:spcBef>
              <a:spcAft>
                <a:spcPct val="0"/>
              </a:spcAft>
              <a:buClr>
                <a:schemeClr val="tx2"/>
              </a:buClr>
              <a:buChar char="•"/>
              <a:defRPr sz="2000">
                <a:solidFill>
                  <a:schemeClr val="tx1"/>
                </a:solidFill>
                <a:latin typeface="Times New Roman" pitchFamily="18" charset="0"/>
              </a:defRPr>
            </a:lvl8pPr>
            <a:lvl9pPr marL="3886200" indent="-228600" eaLnBrk="0" fontAlgn="base" hangingPunct="0">
              <a:spcBef>
                <a:spcPct val="20000"/>
              </a:spcBef>
              <a:spcAft>
                <a:spcPct val="0"/>
              </a:spcAft>
              <a:buClr>
                <a:schemeClr val="tx2"/>
              </a:buClr>
              <a:buChar char="•"/>
              <a:defRPr sz="2000">
                <a:solidFill>
                  <a:schemeClr val="tx1"/>
                </a:solidFill>
                <a:latin typeface="Times New Roman" pitchFamily="18" charset="0"/>
              </a:defRPr>
            </a:lvl9pPr>
          </a:lstStyle>
          <a:p>
            <a:pPr algn="ctr">
              <a:spcBef>
                <a:spcPct val="0"/>
              </a:spcBef>
              <a:buClrTx/>
              <a:buSzTx/>
              <a:buFontTx/>
              <a:buNone/>
            </a:pPr>
            <a:r>
              <a:rPr lang="en-US" altLang="en-US" sz="1800">
                <a:latin typeface="Book Antiqua" pitchFamily="18" charset="0"/>
              </a:rPr>
              <a:t>Run</a:t>
            </a:r>
            <a:endParaRPr lang="en-US" altLang="en-US" sz="1800"/>
          </a:p>
        </p:txBody>
      </p:sp>
    </p:spTree>
  </p:cSld>
  <p:clrMapOvr>
    <a:masterClrMapping/>
  </p:clrMapOvr>
  <p:transition>
    <p:wipe dir="r"/>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5" name="Rectangle 2"/>
          <p:cNvSpPr>
            <a:spLocks noChangeArrowheads="1"/>
          </p:cNvSpPr>
          <p:nvPr/>
        </p:nvSpPr>
        <p:spPr bwMode="auto">
          <a:xfrm>
            <a:off x="0" y="0"/>
            <a:ext cx="4572000" cy="6556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New Roman" pitchFamily="18" charset="0"/>
                <a:ea typeface="MS PGothic" pitchFamily="34" charset="-128"/>
              </a:defRPr>
            </a:lvl1pPr>
            <a:lvl2pPr marL="742950" indent="-285750">
              <a:defRPr sz="2400">
                <a:solidFill>
                  <a:schemeClr val="tx1"/>
                </a:solidFill>
                <a:latin typeface="Times New Roman" pitchFamily="18" charset="0"/>
                <a:ea typeface="MS PGothic" pitchFamily="34" charset="-128"/>
              </a:defRPr>
            </a:lvl2pPr>
            <a:lvl3pPr marL="1143000" indent="-228600">
              <a:defRPr sz="2400">
                <a:solidFill>
                  <a:schemeClr val="tx1"/>
                </a:solidFill>
                <a:latin typeface="Times New Roman" pitchFamily="18" charset="0"/>
                <a:ea typeface="MS PGothic" pitchFamily="34" charset="-128"/>
              </a:defRPr>
            </a:lvl3pPr>
            <a:lvl4pPr marL="1600200" indent="-228600">
              <a:defRPr sz="2400">
                <a:solidFill>
                  <a:schemeClr val="tx1"/>
                </a:solidFill>
                <a:latin typeface="Times New Roman" pitchFamily="18" charset="0"/>
                <a:ea typeface="MS PGothic" pitchFamily="34" charset="-128"/>
              </a:defRPr>
            </a:lvl4pPr>
            <a:lvl5pPr marL="2057400" indent="-228600">
              <a:defRPr sz="2400">
                <a:solidFill>
                  <a:schemeClr val="tx1"/>
                </a:solidFill>
                <a:latin typeface="Times New Roman" pitchFamily="18" charset="0"/>
                <a:ea typeface="MS PGothic" pitchFamily="34" charset="-128"/>
              </a:defRPr>
            </a:lvl5pPr>
            <a:lvl6pPr marL="2514600" indent="-228600" eaLnBrk="0" fontAlgn="base" hangingPunct="0">
              <a:spcBef>
                <a:spcPct val="0"/>
              </a:spcBef>
              <a:spcAft>
                <a:spcPct val="0"/>
              </a:spcAft>
              <a:defRPr sz="2400">
                <a:solidFill>
                  <a:schemeClr val="tx1"/>
                </a:solidFill>
                <a:latin typeface="Times New Roman" pitchFamily="18" charset="0"/>
                <a:ea typeface="MS PGothic" pitchFamily="34" charset="-128"/>
              </a:defRPr>
            </a:lvl6pPr>
            <a:lvl7pPr marL="2971800" indent="-228600" eaLnBrk="0" fontAlgn="base" hangingPunct="0">
              <a:spcBef>
                <a:spcPct val="0"/>
              </a:spcBef>
              <a:spcAft>
                <a:spcPct val="0"/>
              </a:spcAft>
              <a:defRPr sz="2400">
                <a:solidFill>
                  <a:schemeClr val="tx1"/>
                </a:solidFill>
                <a:latin typeface="Times New Roman" pitchFamily="18" charset="0"/>
                <a:ea typeface="MS PGothic" pitchFamily="34" charset="-128"/>
              </a:defRPr>
            </a:lvl7pPr>
            <a:lvl8pPr marL="3429000" indent="-228600" eaLnBrk="0" fontAlgn="base" hangingPunct="0">
              <a:spcBef>
                <a:spcPct val="0"/>
              </a:spcBef>
              <a:spcAft>
                <a:spcPct val="0"/>
              </a:spcAft>
              <a:defRPr sz="2400">
                <a:solidFill>
                  <a:schemeClr val="tx1"/>
                </a:solidFill>
                <a:latin typeface="Times New Roman" pitchFamily="18" charset="0"/>
                <a:ea typeface="MS PGothic" pitchFamily="34" charset="-128"/>
              </a:defRPr>
            </a:lvl8pPr>
            <a:lvl9pPr marL="3886200" indent="-228600" eaLnBrk="0" fontAlgn="base" hangingPunct="0">
              <a:spcBef>
                <a:spcPct val="0"/>
              </a:spcBef>
              <a:spcAft>
                <a:spcPct val="0"/>
              </a:spcAft>
              <a:defRPr sz="2400">
                <a:solidFill>
                  <a:schemeClr val="tx1"/>
                </a:solidFill>
                <a:latin typeface="Times New Roman" pitchFamily="18" charset="0"/>
                <a:ea typeface="MS PGothic" pitchFamily="34" charset="-128"/>
              </a:defRPr>
            </a:lvl9pPr>
          </a:lstStyle>
          <a:p>
            <a:r>
              <a:rPr lang="en-US" altLang="en-US" sz="1200"/>
              <a:t>import javafx.application.Application;</a:t>
            </a:r>
          </a:p>
          <a:p>
            <a:r>
              <a:rPr lang="en-US" altLang="en-US" sz="1200"/>
              <a:t>import javafx.scene.Scene;</a:t>
            </a:r>
          </a:p>
          <a:p>
            <a:r>
              <a:rPr lang="en-US" altLang="en-US" sz="1200"/>
              <a:t>import javafx.scene.layout.Pane;</a:t>
            </a:r>
          </a:p>
          <a:p>
            <a:r>
              <a:rPr lang="en-US" altLang="en-US" sz="1200"/>
              <a:t>import javafx.scene.text.Text;</a:t>
            </a:r>
          </a:p>
          <a:p>
            <a:r>
              <a:rPr lang="en-US" altLang="en-US" sz="1200"/>
              <a:t>import javafx.stage.Stage;</a:t>
            </a:r>
          </a:p>
          <a:p>
            <a:endParaRPr lang="en-US" altLang="en-US" sz="1200"/>
          </a:p>
          <a:p>
            <a:r>
              <a:rPr lang="en-US" altLang="en-US" sz="1200"/>
              <a:t>public class KeyEventDemo extends Application {</a:t>
            </a:r>
          </a:p>
          <a:p>
            <a:r>
              <a:rPr lang="en-US" altLang="en-US" sz="1200"/>
              <a:t>  @Override // Override the start method in the Application class</a:t>
            </a:r>
          </a:p>
          <a:p>
            <a:r>
              <a:rPr lang="en-US" altLang="en-US" sz="1200"/>
              <a:t>  public void start(Stage primaryStage) {</a:t>
            </a:r>
          </a:p>
          <a:p>
            <a:r>
              <a:rPr lang="en-US" altLang="en-US" sz="1200"/>
              <a:t>    // Create a pane and set its properties</a:t>
            </a:r>
          </a:p>
          <a:p>
            <a:r>
              <a:rPr lang="en-US" altLang="en-US" sz="1200"/>
              <a:t>    Pane pane = new Pane();</a:t>
            </a:r>
          </a:p>
          <a:p>
            <a:r>
              <a:rPr lang="en-US" altLang="en-US" sz="1200"/>
              <a:t>    Text text = new Text(20, 20, "A");</a:t>
            </a:r>
          </a:p>
          <a:p>
            <a:endParaRPr lang="en-US" altLang="en-US" sz="1200"/>
          </a:p>
          <a:p>
            <a:r>
              <a:rPr lang="en-US" altLang="en-US" sz="1200"/>
              <a:t>    pane.getChildren().add(text);</a:t>
            </a:r>
          </a:p>
          <a:p>
            <a:r>
              <a:rPr lang="en-US" altLang="en-US" sz="1200"/>
              <a:t>    text.setOnKeyPressed(e -&gt; {          </a:t>
            </a:r>
          </a:p>
          <a:p>
            <a:r>
              <a:rPr lang="pl-PL" altLang="en-US" sz="1200"/>
              <a:t>      switch (e.getCode()) {</a:t>
            </a:r>
          </a:p>
          <a:p>
            <a:r>
              <a:rPr lang="pl-PL" altLang="en-US" sz="1200"/>
              <a:t>        case DOWN: text.setY(text.getY() + 10); break;</a:t>
            </a:r>
          </a:p>
          <a:p>
            <a:r>
              <a:rPr lang="en-US" altLang="en-US" sz="1200"/>
              <a:t>        case UP:  text.setY(text.getY() - 10); break;</a:t>
            </a:r>
          </a:p>
          <a:p>
            <a:r>
              <a:rPr lang="en-US" altLang="en-US" sz="1200"/>
              <a:t>        case LEFT: text.setX(text.getX() - 10); break;</a:t>
            </a:r>
          </a:p>
          <a:p>
            <a:r>
              <a:rPr lang="en-US" altLang="en-US" sz="1200"/>
              <a:t>        case RIGHT: text.setX(text.getX() + 10); break;</a:t>
            </a:r>
          </a:p>
          <a:p>
            <a:r>
              <a:rPr lang="fr-FR" altLang="en-US" sz="1200"/>
              <a:t>        default: </a:t>
            </a:r>
          </a:p>
          <a:p>
            <a:r>
              <a:rPr lang="fr-FR" altLang="en-US" sz="1200"/>
              <a:t>          if (Character.isLetterOrDigit(e.getText().charAt(0)))</a:t>
            </a:r>
          </a:p>
          <a:p>
            <a:r>
              <a:rPr lang="fr-FR" altLang="en-US" sz="1200"/>
              <a:t>            text.setText(e.getText());</a:t>
            </a:r>
          </a:p>
          <a:p>
            <a:r>
              <a:rPr lang="fr-FR" altLang="en-US" sz="1200"/>
              <a:t>      }</a:t>
            </a:r>
          </a:p>
          <a:p>
            <a:r>
              <a:rPr lang="fr-FR" altLang="en-US" sz="1200"/>
              <a:t>    });</a:t>
            </a:r>
          </a:p>
          <a:p>
            <a:r>
              <a:rPr lang="fr-FR" altLang="en-US" sz="1200"/>
              <a:t>    </a:t>
            </a:r>
          </a:p>
          <a:p>
            <a:r>
              <a:rPr lang="fr-FR" altLang="en-US" sz="1200"/>
              <a:t>    // Create a scene and place the pane in the stage</a:t>
            </a:r>
          </a:p>
          <a:p>
            <a:r>
              <a:rPr lang="fr-FR" altLang="en-US" sz="1200"/>
              <a:t>    Scene scene = new Scene(pane);</a:t>
            </a:r>
          </a:p>
          <a:p>
            <a:r>
              <a:rPr lang="fr-FR" altLang="en-US" sz="1200"/>
              <a:t>    primaryStage.setTitle("KeyEventDemo"); // Set the stage title</a:t>
            </a:r>
          </a:p>
          <a:p>
            <a:r>
              <a:rPr lang="fr-FR" altLang="en-US" sz="1200"/>
              <a:t>    primaryStage.setScene(scene); // Place the scene in the stage</a:t>
            </a:r>
          </a:p>
          <a:p>
            <a:r>
              <a:rPr lang="fr-FR" altLang="en-US" sz="1200"/>
              <a:t>    primaryStage.show(); // Display the stage</a:t>
            </a:r>
          </a:p>
          <a:p>
            <a:r>
              <a:rPr lang="fr-FR" altLang="en-US" sz="1200"/>
              <a:t>    </a:t>
            </a:r>
          </a:p>
          <a:p>
            <a:r>
              <a:rPr lang="fr-FR" altLang="en-US" sz="1200"/>
              <a:t>    text.requestFocus(); // text is focused to receive key input</a:t>
            </a:r>
          </a:p>
          <a:p>
            <a:r>
              <a:rPr lang="fr-FR" altLang="en-US" sz="1200"/>
              <a:t>  }</a:t>
            </a:r>
          </a:p>
          <a:p>
            <a:endParaRPr lang="fr-FR" altLang="en-US" sz="1200"/>
          </a:p>
        </p:txBody>
      </p:sp>
      <p:sp>
        <p:nvSpPr>
          <p:cNvPr id="4" name="Rectangle 3"/>
          <p:cNvSpPr/>
          <p:nvPr/>
        </p:nvSpPr>
        <p:spPr>
          <a:xfrm>
            <a:off x="4572000" y="28575"/>
            <a:ext cx="4572000" cy="1568450"/>
          </a:xfrm>
          <a:prstGeom prst="rect">
            <a:avLst/>
          </a:prstGeom>
          <a:ln>
            <a:solidFill>
              <a:schemeClr val="bg1">
                <a:lumMod val="75000"/>
              </a:schemeClr>
            </a:solidFill>
          </a:ln>
        </p:spPr>
        <p:txBody>
          <a:bodyPr>
            <a:spAutoFit/>
          </a:bodyPr>
          <a:lstStyle/>
          <a:p>
            <a:pPr>
              <a:defRPr/>
            </a:pPr>
            <a:r>
              <a:rPr lang="fr-FR" sz="1200" dirty="0">
                <a:latin typeface="Times New Roman" charset="0"/>
                <a:ea typeface="ＭＳ Ｐゴシック" charset="0"/>
                <a:cs typeface="ＭＳ Ｐゴシック" charset="0"/>
              </a:rPr>
              <a:t> /**</a:t>
            </a:r>
          </a:p>
          <a:p>
            <a:pPr>
              <a:defRPr/>
            </a:pPr>
            <a:r>
              <a:rPr lang="fr-FR" sz="1200" dirty="0">
                <a:latin typeface="Times New Roman" charset="0"/>
                <a:ea typeface="ＭＳ Ｐゴシック" charset="0"/>
                <a:cs typeface="ＭＳ Ｐゴシック" charset="0"/>
              </a:rPr>
              <a:t>   * The main </a:t>
            </a:r>
            <a:r>
              <a:rPr lang="fr-FR" sz="1200" dirty="0" err="1">
                <a:latin typeface="Times New Roman" charset="0"/>
                <a:ea typeface="ＭＳ Ｐゴシック" charset="0"/>
                <a:cs typeface="ＭＳ Ｐゴシック" charset="0"/>
              </a:rPr>
              <a:t>method</a:t>
            </a:r>
            <a:r>
              <a:rPr lang="fr-FR" sz="1200" dirty="0">
                <a:latin typeface="Times New Roman" charset="0"/>
                <a:ea typeface="ＭＳ Ｐゴシック" charset="0"/>
                <a:cs typeface="ＭＳ Ｐゴシック" charset="0"/>
              </a:rPr>
              <a:t> </a:t>
            </a:r>
            <a:r>
              <a:rPr lang="fr-FR" sz="1200" dirty="0" err="1">
                <a:latin typeface="Times New Roman" charset="0"/>
                <a:ea typeface="ＭＳ Ｐゴシック" charset="0"/>
                <a:cs typeface="ＭＳ Ｐゴシック" charset="0"/>
              </a:rPr>
              <a:t>is</a:t>
            </a:r>
            <a:r>
              <a:rPr lang="fr-FR" sz="1200" dirty="0">
                <a:latin typeface="Times New Roman" charset="0"/>
                <a:ea typeface="ＭＳ Ｐゴシック" charset="0"/>
                <a:cs typeface="ＭＳ Ｐゴシック" charset="0"/>
              </a:rPr>
              <a:t> </a:t>
            </a:r>
            <a:r>
              <a:rPr lang="fr-FR" sz="1200" dirty="0" err="1">
                <a:latin typeface="Times New Roman" charset="0"/>
                <a:ea typeface="ＭＳ Ｐゴシック" charset="0"/>
                <a:cs typeface="ＭＳ Ｐゴシック" charset="0"/>
              </a:rPr>
              <a:t>only</a:t>
            </a:r>
            <a:r>
              <a:rPr lang="fr-FR" sz="1200" dirty="0">
                <a:latin typeface="Times New Roman" charset="0"/>
                <a:ea typeface="ＭＳ Ｐゴシック" charset="0"/>
                <a:cs typeface="ＭＳ Ｐゴシック" charset="0"/>
              </a:rPr>
              <a:t> </a:t>
            </a:r>
            <a:r>
              <a:rPr lang="fr-FR" sz="1200" dirty="0" err="1">
                <a:latin typeface="Times New Roman" charset="0"/>
                <a:ea typeface="ＭＳ Ｐゴシック" charset="0"/>
                <a:cs typeface="ＭＳ Ｐゴシック" charset="0"/>
              </a:rPr>
              <a:t>needed</a:t>
            </a:r>
            <a:r>
              <a:rPr lang="fr-FR" sz="1200" dirty="0">
                <a:latin typeface="Times New Roman" charset="0"/>
                <a:ea typeface="ＭＳ Ｐゴシック" charset="0"/>
                <a:cs typeface="ＭＳ Ｐゴシック" charset="0"/>
              </a:rPr>
              <a:t> for the IDE </a:t>
            </a:r>
            <a:r>
              <a:rPr lang="fr-FR" sz="1200" dirty="0" err="1">
                <a:latin typeface="Times New Roman" charset="0"/>
                <a:ea typeface="ＭＳ Ｐゴシック" charset="0"/>
                <a:cs typeface="ＭＳ Ｐゴシック" charset="0"/>
              </a:rPr>
              <a:t>with</a:t>
            </a:r>
            <a:r>
              <a:rPr lang="fr-FR" sz="1200" dirty="0">
                <a:latin typeface="Times New Roman" charset="0"/>
                <a:ea typeface="ＭＳ Ｐゴシック" charset="0"/>
                <a:cs typeface="ＭＳ Ｐゴシック" charset="0"/>
              </a:rPr>
              <a:t> </a:t>
            </a:r>
            <a:r>
              <a:rPr lang="fr-FR" sz="1200" dirty="0" err="1">
                <a:latin typeface="Times New Roman" charset="0"/>
                <a:ea typeface="ＭＳ Ｐゴシック" charset="0"/>
                <a:cs typeface="ＭＳ Ｐゴシック" charset="0"/>
              </a:rPr>
              <a:t>limited</a:t>
            </a:r>
            <a:endParaRPr lang="fr-FR" sz="1200" dirty="0">
              <a:latin typeface="Times New Roman" charset="0"/>
              <a:ea typeface="ＭＳ Ｐゴシック" charset="0"/>
              <a:cs typeface="ＭＳ Ｐゴシック" charset="0"/>
            </a:endParaRPr>
          </a:p>
          <a:p>
            <a:pPr>
              <a:defRPr/>
            </a:pPr>
            <a:r>
              <a:rPr lang="fr-FR" sz="1200" dirty="0">
                <a:latin typeface="Times New Roman" charset="0"/>
                <a:ea typeface="ＭＳ Ｐゴシック" charset="0"/>
                <a:cs typeface="ＭＳ Ｐゴシック" charset="0"/>
              </a:rPr>
              <a:t>   * </a:t>
            </a:r>
            <a:r>
              <a:rPr lang="fr-FR" sz="1200" dirty="0" err="1">
                <a:latin typeface="Times New Roman" charset="0"/>
                <a:ea typeface="ＭＳ Ｐゴシック" charset="0"/>
                <a:cs typeface="ＭＳ Ｐゴシック" charset="0"/>
              </a:rPr>
              <a:t>JavaFX</a:t>
            </a:r>
            <a:r>
              <a:rPr lang="fr-FR" sz="1200" dirty="0">
                <a:latin typeface="Times New Roman" charset="0"/>
                <a:ea typeface="ＭＳ Ｐゴシック" charset="0"/>
                <a:cs typeface="ＭＳ Ｐゴシック" charset="0"/>
              </a:rPr>
              <a:t> support. Not </a:t>
            </a:r>
            <a:r>
              <a:rPr lang="fr-FR" sz="1200" dirty="0" err="1">
                <a:latin typeface="Times New Roman" charset="0"/>
                <a:ea typeface="ＭＳ Ｐゴシック" charset="0"/>
                <a:cs typeface="ＭＳ Ｐゴシック" charset="0"/>
              </a:rPr>
              <a:t>needed</a:t>
            </a:r>
            <a:r>
              <a:rPr lang="fr-FR" sz="1200" dirty="0">
                <a:latin typeface="Times New Roman" charset="0"/>
                <a:ea typeface="ＭＳ Ｐゴシック" charset="0"/>
                <a:cs typeface="ＭＳ Ｐゴシック" charset="0"/>
              </a:rPr>
              <a:t> for running </a:t>
            </a:r>
            <a:r>
              <a:rPr lang="fr-FR" sz="1200" dirty="0" err="1">
                <a:latin typeface="Times New Roman" charset="0"/>
                <a:ea typeface="ＭＳ Ｐゴシック" charset="0"/>
                <a:cs typeface="ＭＳ Ｐゴシック" charset="0"/>
              </a:rPr>
              <a:t>from</a:t>
            </a:r>
            <a:r>
              <a:rPr lang="fr-FR" sz="1200" dirty="0">
                <a:latin typeface="Times New Roman" charset="0"/>
                <a:ea typeface="ＭＳ Ｐゴシック" charset="0"/>
                <a:cs typeface="ＭＳ Ｐゴシック" charset="0"/>
              </a:rPr>
              <a:t> the command line.</a:t>
            </a:r>
          </a:p>
          <a:p>
            <a:pPr>
              <a:defRPr/>
            </a:pPr>
            <a:r>
              <a:rPr lang="fr-FR" sz="1200" dirty="0">
                <a:latin typeface="Times New Roman" charset="0"/>
                <a:ea typeface="ＭＳ Ｐゴシック" charset="0"/>
                <a:cs typeface="ＭＳ Ｐゴシック" charset="0"/>
              </a:rPr>
              <a:t>   */</a:t>
            </a:r>
          </a:p>
          <a:p>
            <a:pPr>
              <a:defRPr/>
            </a:pPr>
            <a:r>
              <a:rPr lang="fr-FR" sz="1200" dirty="0">
                <a:latin typeface="Times New Roman" charset="0"/>
                <a:ea typeface="ＭＳ Ｐゴシック" charset="0"/>
                <a:cs typeface="ＭＳ Ｐゴシック" charset="0"/>
              </a:rPr>
              <a:t>  public </a:t>
            </a:r>
            <a:r>
              <a:rPr lang="fr-FR" sz="1200" dirty="0" err="1">
                <a:latin typeface="Times New Roman" charset="0"/>
                <a:ea typeface="ＭＳ Ｐゴシック" charset="0"/>
                <a:cs typeface="ＭＳ Ｐゴシック" charset="0"/>
              </a:rPr>
              <a:t>static</a:t>
            </a:r>
            <a:r>
              <a:rPr lang="fr-FR" sz="1200" dirty="0">
                <a:latin typeface="Times New Roman" charset="0"/>
                <a:ea typeface="ＭＳ Ｐゴシック" charset="0"/>
                <a:cs typeface="ＭＳ Ｐゴシック" charset="0"/>
              </a:rPr>
              <a:t> </a:t>
            </a:r>
            <a:r>
              <a:rPr lang="fr-FR" sz="1200" dirty="0" err="1">
                <a:latin typeface="Times New Roman" charset="0"/>
                <a:ea typeface="ＭＳ Ｐゴシック" charset="0"/>
                <a:cs typeface="ＭＳ Ｐゴシック" charset="0"/>
              </a:rPr>
              <a:t>void</a:t>
            </a:r>
            <a:r>
              <a:rPr lang="fr-FR" sz="1200" dirty="0">
                <a:latin typeface="Times New Roman" charset="0"/>
                <a:ea typeface="ＭＳ Ｐゴシック" charset="0"/>
                <a:cs typeface="ＭＳ Ｐゴシック" charset="0"/>
              </a:rPr>
              <a:t> main(String[] </a:t>
            </a:r>
            <a:r>
              <a:rPr lang="fr-FR" sz="1200" dirty="0" err="1">
                <a:latin typeface="Times New Roman" charset="0"/>
                <a:ea typeface="ＭＳ Ｐゴシック" charset="0"/>
                <a:cs typeface="ＭＳ Ｐゴシック" charset="0"/>
              </a:rPr>
              <a:t>args</a:t>
            </a:r>
            <a:r>
              <a:rPr lang="fr-FR" sz="1200" dirty="0">
                <a:latin typeface="Times New Roman" charset="0"/>
                <a:ea typeface="ＭＳ Ｐゴシック" charset="0"/>
                <a:cs typeface="ＭＳ Ｐゴシック" charset="0"/>
              </a:rPr>
              <a:t>) {</a:t>
            </a:r>
          </a:p>
          <a:p>
            <a:pPr>
              <a:defRPr/>
            </a:pPr>
            <a:r>
              <a:rPr lang="fr-FR" sz="1200" dirty="0">
                <a:latin typeface="Times New Roman" charset="0"/>
                <a:ea typeface="ＭＳ Ｐゴシック" charset="0"/>
                <a:cs typeface="ＭＳ Ｐゴシック" charset="0"/>
              </a:rPr>
              <a:t>    </a:t>
            </a:r>
            <a:r>
              <a:rPr lang="fr-FR" sz="1200" dirty="0" err="1">
                <a:latin typeface="Times New Roman" charset="0"/>
                <a:ea typeface="ＭＳ Ｐゴシック" charset="0"/>
                <a:cs typeface="ＭＳ Ｐゴシック" charset="0"/>
              </a:rPr>
              <a:t>launch</a:t>
            </a:r>
            <a:r>
              <a:rPr lang="fr-FR" sz="1200" dirty="0">
                <a:latin typeface="Times New Roman" charset="0"/>
                <a:ea typeface="ＭＳ Ｐゴシック" charset="0"/>
                <a:cs typeface="ＭＳ Ｐゴシック" charset="0"/>
              </a:rPr>
              <a:t>(</a:t>
            </a:r>
            <a:r>
              <a:rPr lang="fr-FR" sz="1200" dirty="0" err="1">
                <a:latin typeface="Times New Roman" charset="0"/>
                <a:ea typeface="ＭＳ Ｐゴシック" charset="0"/>
                <a:cs typeface="ＭＳ Ｐゴシック" charset="0"/>
              </a:rPr>
              <a:t>args</a:t>
            </a:r>
            <a:r>
              <a:rPr lang="fr-FR" sz="1200" dirty="0">
                <a:latin typeface="Times New Roman" charset="0"/>
                <a:ea typeface="ＭＳ Ｐゴシック" charset="0"/>
                <a:cs typeface="ＭＳ Ｐゴシック" charset="0"/>
              </a:rPr>
              <a:t>);</a:t>
            </a:r>
          </a:p>
          <a:p>
            <a:pPr>
              <a:defRPr/>
            </a:pPr>
            <a:r>
              <a:rPr lang="fr-FR" sz="1200" dirty="0">
                <a:latin typeface="Times New Roman" charset="0"/>
                <a:ea typeface="ＭＳ Ｐゴシック" charset="0"/>
                <a:cs typeface="ＭＳ Ｐゴシック" charset="0"/>
              </a:rPr>
              <a:t>  }</a:t>
            </a:r>
          </a:p>
          <a:p>
            <a:pPr>
              <a:defRPr/>
            </a:pPr>
            <a:r>
              <a:rPr lang="fr-FR" sz="1200" dirty="0">
                <a:latin typeface="Times New Roman" charset="0"/>
                <a:ea typeface="ＭＳ Ｐゴシック" charset="0"/>
                <a:cs typeface="ＭＳ Ｐゴシック" charset="0"/>
              </a:rPr>
              <a:t>} </a:t>
            </a:r>
            <a:endParaRPr lang="en-US" sz="1200" dirty="0">
              <a:latin typeface="Times New Roman" charset="0"/>
              <a:ea typeface="ＭＳ Ｐゴシック" charset="0"/>
              <a:cs typeface="ＭＳ Ｐゴシック" charset="0"/>
            </a:endParaRPr>
          </a:p>
        </p:txBody>
      </p:sp>
      <p:pic>
        <p:nvPicPr>
          <p:cNvPr id="5" name="Picture 4"/>
          <p:cNvPicPr>
            <a:picLocks noChangeAspect="1"/>
          </p:cNvPicPr>
          <p:nvPr/>
        </p:nvPicPr>
        <p:blipFill>
          <a:blip r:embed="rId2" cstate="print"/>
          <a:stretch>
            <a:fillRect/>
          </a:stretch>
        </p:blipFill>
        <p:spPr>
          <a:xfrm>
            <a:off x="4953000" y="2209800"/>
            <a:ext cx="2743200" cy="1536700"/>
          </a:xfrm>
          <a:prstGeom prst="rect">
            <a:avLst/>
          </a:prstGeom>
          <a:ln>
            <a:solidFill>
              <a:schemeClr val="bg1">
                <a:lumMod val="75000"/>
              </a:schemeClr>
            </a:solidFill>
          </a:ln>
        </p:spPr>
      </p:pic>
    </p:spTree>
  </p:cSld>
  <p:clrMapOvr>
    <a:masterClrMapping/>
  </p:clrMapOvr>
  <p:transition>
    <p:random/>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9" name="Rectangle 2"/>
          <p:cNvSpPr>
            <a:spLocks noGrp="1" noChangeArrowheads="1"/>
          </p:cNvSpPr>
          <p:nvPr>
            <p:ph type="title"/>
          </p:nvPr>
        </p:nvSpPr>
        <p:spPr>
          <a:xfrm>
            <a:off x="685800" y="304800"/>
            <a:ext cx="7772400" cy="1428750"/>
          </a:xfrm>
        </p:spPr>
        <p:txBody>
          <a:bodyPr/>
          <a:lstStyle/>
          <a:p>
            <a:pPr algn="ctr">
              <a:defRPr/>
            </a:pPr>
            <a:r>
              <a:rPr lang="en-US" sz="4400" b="1" dirty="0">
                <a:solidFill>
                  <a:schemeClr val="tx1"/>
                </a:solidFill>
                <a:latin typeface="Times New Roman" panose="02020603050405020304" pitchFamily="18" charset="0"/>
                <a:ea typeface="ＭＳ Ｐゴシック" charset="0"/>
                <a:cs typeface="Times New Roman" panose="02020603050405020304" pitchFamily="18" charset="0"/>
              </a:rPr>
              <a:t>The </a:t>
            </a:r>
            <a:r>
              <a:rPr lang="en-US" sz="4400" b="1" dirty="0" err="1">
                <a:solidFill>
                  <a:schemeClr val="tx1"/>
                </a:solidFill>
                <a:latin typeface="Courier New" panose="02070309020205020404" pitchFamily="49" charset="0"/>
                <a:ea typeface="ＭＳ Ｐゴシック" charset="0"/>
                <a:cs typeface="Courier New" panose="02070309020205020404" pitchFamily="49" charset="0"/>
              </a:rPr>
              <a:t>KeyCode</a:t>
            </a:r>
            <a:r>
              <a:rPr lang="en-US" sz="4400" b="1" dirty="0">
                <a:solidFill>
                  <a:schemeClr val="tx1"/>
                </a:solidFill>
                <a:latin typeface="Courier New" panose="02070309020205020404" pitchFamily="49" charset="0"/>
                <a:ea typeface="ＭＳ Ｐゴシック" charset="0"/>
                <a:cs typeface="Courier New" panose="02070309020205020404" pitchFamily="49" charset="0"/>
              </a:rPr>
              <a:t> </a:t>
            </a:r>
            <a:r>
              <a:rPr lang="en-US" sz="4400" b="1" dirty="0">
                <a:solidFill>
                  <a:schemeClr val="tx1"/>
                </a:solidFill>
                <a:latin typeface="Times New Roman" panose="02020603050405020304" pitchFamily="18" charset="0"/>
                <a:ea typeface="ＭＳ Ｐゴシック" charset="0"/>
                <a:cs typeface="Times New Roman" panose="02020603050405020304" pitchFamily="18" charset="0"/>
              </a:rPr>
              <a:t>Constants</a:t>
            </a:r>
          </a:p>
        </p:txBody>
      </p:sp>
      <p:sp>
        <p:nvSpPr>
          <p:cNvPr id="96260" name="Rectangle 6"/>
          <p:cNvSpPr>
            <a:spLocks noChangeArrowheads="1"/>
          </p:cNvSpPr>
          <p:nvPr/>
        </p:nvSpPr>
        <p:spPr bwMode="auto">
          <a:xfrm>
            <a:off x="0" y="0"/>
            <a:ext cx="9144000" cy="0"/>
          </a:xfrm>
          <a:prstGeom prst="rect">
            <a:avLst/>
          </a:prstGeom>
          <a:noFill/>
          <a:ln>
            <a:noFill/>
          </a:ln>
          <a:effectLst>
            <a:prstShdw prst="shdw17" dist="17961" dir="2700000">
              <a:srgbClr val="7A7A7A"/>
            </a:prst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Lst>
        </p:spPr>
        <p:txBody>
          <a:bodyPr wrap="none" anchor="ctr">
            <a:spAutoFit/>
          </a:bodyPr>
          <a:lstStyle>
            <a:lvl1pPr>
              <a:defRPr sz="2400">
                <a:solidFill>
                  <a:schemeClr val="tx1"/>
                </a:solidFill>
                <a:latin typeface="Times New Roman" pitchFamily="18" charset="0"/>
                <a:ea typeface="MS PGothic" pitchFamily="34" charset="-128"/>
              </a:defRPr>
            </a:lvl1pPr>
            <a:lvl2pPr marL="742950" indent="-285750">
              <a:defRPr sz="2400">
                <a:solidFill>
                  <a:schemeClr val="tx1"/>
                </a:solidFill>
                <a:latin typeface="Times New Roman" pitchFamily="18" charset="0"/>
                <a:ea typeface="MS PGothic" pitchFamily="34" charset="-128"/>
              </a:defRPr>
            </a:lvl2pPr>
            <a:lvl3pPr marL="1143000" indent="-228600">
              <a:defRPr sz="2400">
                <a:solidFill>
                  <a:schemeClr val="tx1"/>
                </a:solidFill>
                <a:latin typeface="Times New Roman" pitchFamily="18" charset="0"/>
                <a:ea typeface="MS PGothic" pitchFamily="34" charset="-128"/>
              </a:defRPr>
            </a:lvl3pPr>
            <a:lvl4pPr marL="1600200" indent="-228600">
              <a:defRPr sz="2400">
                <a:solidFill>
                  <a:schemeClr val="tx1"/>
                </a:solidFill>
                <a:latin typeface="Times New Roman" pitchFamily="18" charset="0"/>
                <a:ea typeface="MS PGothic" pitchFamily="34" charset="-128"/>
              </a:defRPr>
            </a:lvl4pPr>
            <a:lvl5pPr marL="2057400" indent="-228600">
              <a:defRPr sz="2400">
                <a:solidFill>
                  <a:schemeClr val="tx1"/>
                </a:solidFill>
                <a:latin typeface="Times New Roman" pitchFamily="18" charset="0"/>
                <a:ea typeface="MS PGothic" pitchFamily="34" charset="-128"/>
              </a:defRPr>
            </a:lvl5pPr>
            <a:lvl6pPr marL="2514600" indent="-228600" eaLnBrk="0" fontAlgn="base" hangingPunct="0">
              <a:spcBef>
                <a:spcPct val="0"/>
              </a:spcBef>
              <a:spcAft>
                <a:spcPct val="0"/>
              </a:spcAft>
              <a:defRPr sz="2400">
                <a:solidFill>
                  <a:schemeClr val="tx1"/>
                </a:solidFill>
                <a:latin typeface="Times New Roman" pitchFamily="18" charset="0"/>
                <a:ea typeface="MS PGothic" pitchFamily="34" charset="-128"/>
              </a:defRPr>
            </a:lvl6pPr>
            <a:lvl7pPr marL="2971800" indent="-228600" eaLnBrk="0" fontAlgn="base" hangingPunct="0">
              <a:spcBef>
                <a:spcPct val="0"/>
              </a:spcBef>
              <a:spcAft>
                <a:spcPct val="0"/>
              </a:spcAft>
              <a:defRPr sz="2400">
                <a:solidFill>
                  <a:schemeClr val="tx1"/>
                </a:solidFill>
                <a:latin typeface="Times New Roman" pitchFamily="18" charset="0"/>
                <a:ea typeface="MS PGothic" pitchFamily="34" charset="-128"/>
              </a:defRPr>
            </a:lvl7pPr>
            <a:lvl8pPr marL="3429000" indent="-228600" eaLnBrk="0" fontAlgn="base" hangingPunct="0">
              <a:spcBef>
                <a:spcPct val="0"/>
              </a:spcBef>
              <a:spcAft>
                <a:spcPct val="0"/>
              </a:spcAft>
              <a:defRPr sz="2400">
                <a:solidFill>
                  <a:schemeClr val="tx1"/>
                </a:solidFill>
                <a:latin typeface="Times New Roman" pitchFamily="18" charset="0"/>
                <a:ea typeface="MS PGothic" pitchFamily="34" charset="-128"/>
              </a:defRPr>
            </a:lvl8pPr>
            <a:lvl9pPr marL="3886200" indent="-228600" eaLnBrk="0" fontAlgn="base" hangingPunct="0">
              <a:spcBef>
                <a:spcPct val="0"/>
              </a:spcBef>
              <a:spcAft>
                <a:spcPct val="0"/>
              </a:spcAft>
              <a:defRPr sz="2400">
                <a:solidFill>
                  <a:schemeClr val="tx1"/>
                </a:solidFill>
                <a:latin typeface="Times New Roman" pitchFamily="18" charset="0"/>
                <a:ea typeface="MS PGothic" pitchFamily="34" charset="-128"/>
              </a:defRPr>
            </a:lvl9pPr>
          </a:lstStyle>
          <a:p>
            <a:endParaRPr lang="ms-MY" altLang="en-US"/>
          </a:p>
        </p:txBody>
      </p:sp>
      <p:pic>
        <p:nvPicPr>
          <p:cNvPr id="96261" name="Picture 7"/>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30175" y="1524000"/>
            <a:ext cx="8883650" cy="38100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Lst>
        </p:spPr>
      </p:pic>
    </p:spTree>
  </p:cSld>
  <p:clrMapOvr>
    <a:masterClrMapping/>
  </p:clrMapOvr>
  <p:transition>
    <p:wipe dir="r"/>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3" name="Rectangle 2"/>
          <p:cNvSpPr>
            <a:spLocks noGrp="1" noChangeArrowheads="1"/>
          </p:cNvSpPr>
          <p:nvPr>
            <p:ph type="title"/>
          </p:nvPr>
        </p:nvSpPr>
        <p:spPr>
          <a:xfrm>
            <a:off x="685800" y="457200"/>
            <a:ext cx="7772400" cy="1143000"/>
          </a:xfrm>
        </p:spPr>
        <p:txBody>
          <a:bodyPr/>
          <a:lstStyle/>
          <a:p>
            <a:pPr algn="ctr">
              <a:defRPr/>
            </a:pPr>
            <a:r>
              <a:rPr lang="en-US" sz="4000" b="1" dirty="0">
                <a:solidFill>
                  <a:schemeClr val="tx1"/>
                </a:solidFill>
                <a:latin typeface="Times New Roman" panose="02020603050405020304" pitchFamily="18" charset="0"/>
                <a:ea typeface="ＭＳ Ｐゴシック" charset="0"/>
                <a:cs typeface="Times New Roman" panose="02020603050405020304" pitchFamily="18" charset="0"/>
              </a:rPr>
              <a:t>Example: Control Circle with Mouse and Key</a:t>
            </a:r>
            <a:endParaRPr lang="en-US" b="1" u="sng" dirty="0">
              <a:solidFill>
                <a:schemeClr val="tx1"/>
              </a:solidFill>
              <a:latin typeface="Times New Roman" panose="02020603050405020304" pitchFamily="18" charset="0"/>
              <a:ea typeface="ＭＳ Ｐゴシック" charset="0"/>
              <a:cs typeface="Times New Roman" panose="02020603050405020304" pitchFamily="18" charset="0"/>
            </a:endParaRPr>
          </a:p>
        </p:txBody>
      </p:sp>
      <p:pic>
        <p:nvPicPr>
          <p:cNvPr id="7" name="Picture 6"/>
          <p:cNvPicPr>
            <a:picLocks noChangeAspect="1"/>
          </p:cNvPicPr>
          <p:nvPr/>
        </p:nvPicPr>
        <p:blipFill>
          <a:blip r:embed="rId2" cstate="print"/>
          <a:stretch>
            <a:fillRect/>
          </a:stretch>
        </p:blipFill>
        <p:spPr>
          <a:xfrm>
            <a:off x="3124200" y="2438400"/>
            <a:ext cx="2540000" cy="2184400"/>
          </a:xfrm>
          <a:prstGeom prst="rect">
            <a:avLst/>
          </a:prstGeom>
          <a:ln>
            <a:solidFill>
              <a:schemeClr val="bg1">
                <a:lumMod val="75000"/>
              </a:schemeClr>
            </a:solidFill>
          </a:ln>
        </p:spPr>
      </p:pic>
      <p:sp>
        <p:nvSpPr>
          <p:cNvPr id="8" name="Rectangle 6">
            <a:hlinkClick r:id="rId3"/>
          </p:cNvPr>
          <p:cNvSpPr>
            <a:spLocks noChangeArrowheads="1"/>
          </p:cNvSpPr>
          <p:nvPr/>
        </p:nvSpPr>
        <p:spPr bwMode="auto">
          <a:xfrm>
            <a:off x="2527300" y="5486400"/>
            <a:ext cx="3733800" cy="381000"/>
          </a:xfrm>
          <a:prstGeom prst="rect">
            <a:avLst/>
          </a:prstGeom>
          <a:solidFill>
            <a:srgbClr val="92D050"/>
          </a:solidFill>
          <a:ln>
            <a:noFill/>
          </a:ln>
          <a:extLst>
            <a:ext uri="{91240B29-F687-4F45-9708-019B960494DF}">
              <a14:hiddenLine xmlns:a14="http://schemas.microsoft.com/office/drawing/2010/main" w="12700" algn="ctr">
                <a:solidFill>
                  <a:srgbClr val="000000"/>
                </a:solidFill>
                <a:round/>
                <a:headEnd type="none" w="sm" len="sm"/>
                <a:tailEnd type="none" w="sm" len="sm"/>
              </a14:hiddenLine>
            </a:ext>
          </a:extLst>
        </p:spPr>
        <p:txBody>
          <a:bodyPr/>
          <a:lstStyle>
            <a:lvl1pPr>
              <a:spcBef>
                <a:spcPct val="20000"/>
              </a:spcBef>
              <a:buClr>
                <a:schemeClr val="tx2"/>
              </a:buClr>
              <a:buSzPct val="75000"/>
              <a:buFont typeface="Monotype Sorts"/>
              <a:buChar char="F"/>
              <a:defRPr sz="3200">
                <a:solidFill>
                  <a:schemeClr val="tx1"/>
                </a:solidFill>
                <a:latin typeface="Times New Roman" pitchFamily="18" charset="0"/>
              </a:defRPr>
            </a:lvl1pPr>
            <a:lvl2pPr marL="742950" indent="-285750">
              <a:spcBef>
                <a:spcPct val="20000"/>
              </a:spcBef>
              <a:buClr>
                <a:schemeClr val="tx1"/>
              </a:buClr>
              <a:buChar char="–"/>
              <a:defRPr sz="2800">
                <a:solidFill>
                  <a:schemeClr val="tx1"/>
                </a:solidFill>
                <a:latin typeface="Times New Roman" pitchFamily="18" charset="0"/>
              </a:defRPr>
            </a:lvl2pPr>
            <a:lvl3pPr marL="1143000" indent="-228600">
              <a:spcBef>
                <a:spcPct val="20000"/>
              </a:spcBef>
              <a:buClr>
                <a:schemeClr val="accent2"/>
              </a:buClr>
              <a:buSzPct val="65000"/>
              <a:buFont typeface="Monotype Sorts"/>
              <a:buChar char="u"/>
              <a:defRPr sz="2400">
                <a:solidFill>
                  <a:schemeClr val="tx1"/>
                </a:solidFill>
                <a:latin typeface="Times New Roman" pitchFamily="18" charset="0"/>
              </a:defRPr>
            </a:lvl3pPr>
            <a:lvl4pPr marL="1600200" indent="-228600">
              <a:spcBef>
                <a:spcPct val="20000"/>
              </a:spcBef>
              <a:buClr>
                <a:schemeClr val="tx1"/>
              </a:buClr>
              <a:buChar char="–"/>
              <a:defRPr sz="2000">
                <a:solidFill>
                  <a:schemeClr val="tx1"/>
                </a:solidFill>
                <a:latin typeface="Times New Roman" pitchFamily="18" charset="0"/>
              </a:defRPr>
            </a:lvl4pPr>
            <a:lvl5pPr marL="2057400" indent="-228600">
              <a:spcBef>
                <a:spcPct val="20000"/>
              </a:spcBef>
              <a:buClr>
                <a:schemeClr val="tx2"/>
              </a:buClr>
              <a:buChar char="•"/>
              <a:defRPr sz="2000">
                <a:solidFill>
                  <a:schemeClr val="tx1"/>
                </a:solidFill>
                <a:latin typeface="Times New Roman" pitchFamily="18" charset="0"/>
              </a:defRPr>
            </a:lvl5pPr>
            <a:lvl6pPr marL="2514600" indent="-228600" eaLnBrk="0" fontAlgn="base" hangingPunct="0">
              <a:spcBef>
                <a:spcPct val="20000"/>
              </a:spcBef>
              <a:spcAft>
                <a:spcPct val="0"/>
              </a:spcAft>
              <a:buClr>
                <a:schemeClr val="tx2"/>
              </a:buClr>
              <a:buChar char="•"/>
              <a:defRPr sz="2000">
                <a:solidFill>
                  <a:schemeClr val="tx1"/>
                </a:solidFill>
                <a:latin typeface="Times New Roman" pitchFamily="18" charset="0"/>
              </a:defRPr>
            </a:lvl6pPr>
            <a:lvl7pPr marL="2971800" indent="-228600" eaLnBrk="0" fontAlgn="base" hangingPunct="0">
              <a:spcBef>
                <a:spcPct val="20000"/>
              </a:spcBef>
              <a:spcAft>
                <a:spcPct val="0"/>
              </a:spcAft>
              <a:buClr>
                <a:schemeClr val="tx2"/>
              </a:buClr>
              <a:buChar char="•"/>
              <a:defRPr sz="2000">
                <a:solidFill>
                  <a:schemeClr val="tx1"/>
                </a:solidFill>
                <a:latin typeface="Times New Roman" pitchFamily="18" charset="0"/>
              </a:defRPr>
            </a:lvl7pPr>
            <a:lvl8pPr marL="3429000" indent="-228600" eaLnBrk="0" fontAlgn="base" hangingPunct="0">
              <a:spcBef>
                <a:spcPct val="20000"/>
              </a:spcBef>
              <a:spcAft>
                <a:spcPct val="0"/>
              </a:spcAft>
              <a:buClr>
                <a:schemeClr val="tx2"/>
              </a:buClr>
              <a:buChar char="•"/>
              <a:defRPr sz="2000">
                <a:solidFill>
                  <a:schemeClr val="tx1"/>
                </a:solidFill>
                <a:latin typeface="Times New Roman" pitchFamily="18" charset="0"/>
              </a:defRPr>
            </a:lvl8pPr>
            <a:lvl9pPr marL="3886200" indent="-228600" eaLnBrk="0" fontAlgn="base" hangingPunct="0">
              <a:spcBef>
                <a:spcPct val="20000"/>
              </a:spcBef>
              <a:spcAft>
                <a:spcPct val="0"/>
              </a:spcAft>
              <a:buClr>
                <a:schemeClr val="tx2"/>
              </a:buClr>
              <a:buChar char="•"/>
              <a:defRPr sz="2000">
                <a:solidFill>
                  <a:schemeClr val="tx1"/>
                </a:solidFill>
                <a:latin typeface="Times New Roman" pitchFamily="18" charset="0"/>
              </a:defRPr>
            </a:lvl9pPr>
          </a:lstStyle>
          <a:p>
            <a:pPr algn="ctr">
              <a:spcBef>
                <a:spcPct val="0"/>
              </a:spcBef>
              <a:buClrTx/>
              <a:buSzTx/>
              <a:buFontTx/>
              <a:buNone/>
            </a:pPr>
            <a:r>
              <a:rPr lang="en-US" altLang="en-US" sz="2000" dirty="0" err="1"/>
              <a:t>ControlCircleWithMouseAndKey</a:t>
            </a:r>
            <a:endParaRPr lang="en-US" altLang="en-US" sz="2000" dirty="0"/>
          </a:p>
        </p:txBody>
      </p:sp>
      <p:sp>
        <p:nvSpPr>
          <p:cNvPr id="9" name="AutoShape 10">
            <a:hlinkClick r:id="rId4" action="ppaction://program" highlightClick="1"/>
          </p:cNvPr>
          <p:cNvSpPr>
            <a:spLocks noChangeArrowheads="1"/>
          </p:cNvSpPr>
          <p:nvPr/>
        </p:nvSpPr>
        <p:spPr bwMode="auto">
          <a:xfrm>
            <a:off x="6362700" y="5486400"/>
            <a:ext cx="698500" cy="381000"/>
          </a:xfrm>
          <a:prstGeom prst="actionButtonBlank">
            <a:avLst/>
          </a:prstGeom>
          <a:solidFill>
            <a:srgbClr val="38A1BA"/>
          </a:solidFill>
          <a:ln>
            <a:noFill/>
          </a:ln>
          <a:effectLst>
            <a:prstShdw prst="shdw17" dist="17961" dir="2700000">
              <a:srgbClr val="226170"/>
            </a:prstShdw>
          </a:effectLst>
          <a:extLst>
            <a:ext uri="{91240B29-F687-4F45-9708-019B960494DF}">
              <a14:hiddenLine xmlns:a14="http://schemas.microsoft.com/office/drawing/2010/main" w="19050">
                <a:solidFill>
                  <a:schemeClr val="tx1"/>
                </a:solidFill>
                <a:miter lim="800000"/>
                <a:headEnd type="none" w="sm" len="sm"/>
                <a:tailEnd type="none" w="sm" len="sm"/>
              </a14:hiddenLine>
            </a:ext>
          </a:extLst>
        </p:spPr>
        <p:txBody>
          <a:bodyPr wrap="none" anchor="ctr"/>
          <a:lstStyle>
            <a:lvl1pPr>
              <a:spcBef>
                <a:spcPct val="20000"/>
              </a:spcBef>
              <a:buClr>
                <a:schemeClr val="tx2"/>
              </a:buClr>
              <a:buSzPct val="75000"/>
              <a:buFont typeface="Monotype Sorts"/>
              <a:buChar char="F"/>
              <a:defRPr sz="3200">
                <a:solidFill>
                  <a:schemeClr val="tx1"/>
                </a:solidFill>
                <a:latin typeface="Times New Roman" pitchFamily="18" charset="0"/>
              </a:defRPr>
            </a:lvl1pPr>
            <a:lvl2pPr marL="742950" indent="-285750">
              <a:spcBef>
                <a:spcPct val="20000"/>
              </a:spcBef>
              <a:buClr>
                <a:schemeClr val="tx1"/>
              </a:buClr>
              <a:buChar char="–"/>
              <a:defRPr sz="2800">
                <a:solidFill>
                  <a:schemeClr val="tx1"/>
                </a:solidFill>
                <a:latin typeface="Times New Roman" pitchFamily="18" charset="0"/>
              </a:defRPr>
            </a:lvl2pPr>
            <a:lvl3pPr marL="1143000" indent="-228600">
              <a:spcBef>
                <a:spcPct val="20000"/>
              </a:spcBef>
              <a:buClr>
                <a:schemeClr val="accent2"/>
              </a:buClr>
              <a:buSzPct val="65000"/>
              <a:buFont typeface="Monotype Sorts"/>
              <a:buChar char="u"/>
              <a:defRPr sz="2400">
                <a:solidFill>
                  <a:schemeClr val="tx1"/>
                </a:solidFill>
                <a:latin typeface="Times New Roman" pitchFamily="18" charset="0"/>
              </a:defRPr>
            </a:lvl3pPr>
            <a:lvl4pPr marL="1600200" indent="-228600">
              <a:spcBef>
                <a:spcPct val="20000"/>
              </a:spcBef>
              <a:buClr>
                <a:schemeClr val="tx1"/>
              </a:buClr>
              <a:buChar char="–"/>
              <a:defRPr sz="2000">
                <a:solidFill>
                  <a:schemeClr val="tx1"/>
                </a:solidFill>
                <a:latin typeface="Times New Roman" pitchFamily="18" charset="0"/>
              </a:defRPr>
            </a:lvl4pPr>
            <a:lvl5pPr marL="2057400" indent="-228600">
              <a:spcBef>
                <a:spcPct val="20000"/>
              </a:spcBef>
              <a:buClr>
                <a:schemeClr val="tx2"/>
              </a:buClr>
              <a:buChar char="•"/>
              <a:defRPr sz="2000">
                <a:solidFill>
                  <a:schemeClr val="tx1"/>
                </a:solidFill>
                <a:latin typeface="Times New Roman" pitchFamily="18" charset="0"/>
              </a:defRPr>
            </a:lvl5pPr>
            <a:lvl6pPr marL="2514600" indent="-228600" eaLnBrk="0" fontAlgn="base" hangingPunct="0">
              <a:spcBef>
                <a:spcPct val="20000"/>
              </a:spcBef>
              <a:spcAft>
                <a:spcPct val="0"/>
              </a:spcAft>
              <a:buClr>
                <a:schemeClr val="tx2"/>
              </a:buClr>
              <a:buChar char="•"/>
              <a:defRPr sz="2000">
                <a:solidFill>
                  <a:schemeClr val="tx1"/>
                </a:solidFill>
                <a:latin typeface="Times New Roman" pitchFamily="18" charset="0"/>
              </a:defRPr>
            </a:lvl6pPr>
            <a:lvl7pPr marL="2971800" indent="-228600" eaLnBrk="0" fontAlgn="base" hangingPunct="0">
              <a:spcBef>
                <a:spcPct val="20000"/>
              </a:spcBef>
              <a:spcAft>
                <a:spcPct val="0"/>
              </a:spcAft>
              <a:buClr>
                <a:schemeClr val="tx2"/>
              </a:buClr>
              <a:buChar char="•"/>
              <a:defRPr sz="2000">
                <a:solidFill>
                  <a:schemeClr val="tx1"/>
                </a:solidFill>
                <a:latin typeface="Times New Roman" pitchFamily="18" charset="0"/>
              </a:defRPr>
            </a:lvl7pPr>
            <a:lvl8pPr marL="3429000" indent="-228600" eaLnBrk="0" fontAlgn="base" hangingPunct="0">
              <a:spcBef>
                <a:spcPct val="20000"/>
              </a:spcBef>
              <a:spcAft>
                <a:spcPct val="0"/>
              </a:spcAft>
              <a:buClr>
                <a:schemeClr val="tx2"/>
              </a:buClr>
              <a:buChar char="•"/>
              <a:defRPr sz="2000">
                <a:solidFill>
                  <a:schemeClr val="tx1"/>
                </a:solidFill>
                <a:latin typeface="Times New Roman" pitchFamily="18" charset="0"/>
              </a:defRPr>
            </a:lvl8pPr>
            <a:lvl9pPr marL="3886200" indent="-228600" eaLnBrk="0" fontAlgn="base" hangingPunct="0">
              <a:spcBef>
                <a:spcPct val="20000"/>
              </a:spcBef>
              <a:spcAft>
                <a:spcPct val="0"/>
              </a:spcAft>
              <a:buClr>
                <a:schemeClr val="tx2"/>
              </a:buClr>
              <a:buChar char="•"/>
              <a:defRPr sz="2000">
                <a:solidFill>
                  <a:schemeClr val="tx1"/>
                </a:solidFill>
                <a:latin typeface="Times New Roman" pitchFamily="18" charset="0"/>
              </a:defRPr>
            </a:lvl9pPr>
          </a:lstStyle>
          <a:p>
            <a:pPr algn="ctr">
              <a:spcBef>
                <a:spcPct val="0"/>
              </a:spcBef>
              <a:buClrTx/>
              <a:buSzTx/>
              <a:buFontTx/>
              <a:buNone/>
            </a:pPr>
            <a:r>
              <a:rPr lang="en-US" altLang="en-US" sz="1800" dirty="0">
                <a:latin typeface="Book Antiqua" pitchFamily="18" charset="0"/>
              </a:rPr>
              <a:t>Run</a:t>
            </a:r>
            <a:endParaRPr lang="en-US" altLang="en-US" sz="1800" dirty="0"/>
          </a:p>
        </p:txBody>
      </p:sp>
    </p:spTree>
  </p:cSld>
  <p:clrMapOvr>
    <a:masterClrMapping/>
  </p:clrMapOvr>
  <p:transition>
    <p:wipe dir="r"/>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307" name="Rectangle 2"/>
          <p:cNvSpPr>
            <a:spLocks noChangeArrowheads="1"/>
          </p:cNvSpPr>
          <p:nvPr/>
        </p:nvSpPr>
        <p:spPr bwMode="auto">
          <a:xfrm>
            <a:off x="0" y="0"/>
            <a:ext cx="4572000" cy="6924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New Roman" pitchFamily="18" charset="0"/>
                <a:ea typeface="MS PGothic" pitchFamily="34" charset="-128"/>
              </a:defRPr>
            </a:lvl1pPr>
            <a:lvl2pPr marL="742950" indent="-285750">
              <a:defRPr sz="2400">
                <a:solidFill>
                  <a:schemeClr val="tx1"/>
                </a:solidFill>
                <a:latin typeface="Times New Roman" pitchFamily="18" charset="0"/>
                <a:ea typeface="MS PGothic" pitchFamily="34" charset="-128"/>
              </a:defRPr>
            </a:lvl2pPr>
            <a:lvl3pPr marL="1143000" indent="-228600">
              <a:defRPr sz="2400">
                <a:solidFill>
                  <a:schemeClr val="tx1"/>
                </a:solidFill>
                <a:latin typeface="Times New Roman" pitchFamily="18" charset="0"/>
                <a:ea typeface="MS PGothic" pitchFamily="34" charset="-128"/>
              </a:defRPr>
            </a:lvl3pPr>
            <a:lvl4pPr marL="1600200" indent="-228600">
              <a:defRPr sz="2400">
                <a:solidFill>
                  <a:schemeClr val="tx1"/>
                </a:solidFill>
                <a:latin typeface="Times New Roman" pitchFamily="18" charset="0"/>
                <a:ea typeface="MS PGothic" pitchFamily="34" charset="-128"/>
              </a:defRPr>
            </a:lvl4pPr>
            <a:lvl5pPr marL="2057400" indent="-228600">
              <a:defRPr sz="2400">
                <a:solidFill>
                  <a:schemeClr val="tx1"/>
                </a:solidFill>
                <a:latin typeface="Times New Roman" pitchFamily="18" charset="0"/>
                <a:ea typeface="MS PGothic" pitchFamily="34" charset="-128"/>
              </a:defRPr>
            </a:lvl5pPr>
            <a:lvl6pPr marL="2514600" indent="-228600" eaLnBrk="0" fontAlgn="base" hangingPunct="0">
              <a:spcBef>
                <a:spcPct val="0"/>
              </a:spcBef>
              <a:spcAft>
                <a:spcPct val="0"/>
              </a:spcAft>
              <a:defRPr sz="2400">
                <a:solidFill>
                  <a:schemeClr val="tx1"/>
                </a:solidFill>
                <a:latin typeface="Times New Roman" pitchFamily="18" charset="0"/>
                <a:ea typeface="MS PGothic" pitchFamily="34" charset="-128"/>
              </a:defRPr>
            </a:lvl6pPr>
            <a:lvl7pPr marL="2971800" indent="-228600" eaLnBrk="0" fontAlgn="base" hangingPunct="0">
              <a:spcBef>
                <a:spcPct val="0"/>
              </a:spcBef>
              <a:spcAft>
                <a:spcPct val="0"/>
              </a:spcAft>
              <a:defRPr sz="2400">
                <a:solidFill>
                  <a:schemeClr val="tx1"/>
                </a:solidFill>
                <a:latin typeface="Times New Roman" pitchFamily="18" charset="0"/>
                <a:ea typeface="MS PGothic" pitchFamily="34" charset="-128"/>
              </a:defRPr>
            </a:lvl7pPr>
            <a:lvl8pPr marL="3429000" indent="-228600" eaLnBrk="0" fontAlgn="base" hangingPunct="0">
              <a:spcBef>
                <a:spcPct val="0"/>
              </a:spcBef>
              <a:spcAft>
                <a:spcPct val="0"/>
              </a:spcAft>
              <a:defRPr sz="2400">
                <a:solidFill>
                  <a:schemeClr val="tx1"/>
                </a:solidFill>
                <a:latin typeface="Times New Roman" pitchFamily="18" charset="0"/>
                <a:ea typeface="MS PGothic" pitchFamily="34" charset="-128"/>
              </a:defRPr>
            </a:lvl8pPr>
            <a:lvl9pPr marL="3886200" indent="-228600" eaLnBrk="0" fontAlgn="base" hangingPunct="0">
              <a:spcBef>
                <a:spcPct val="0"/>
              </a:spcBef>
              <a:spcAft>
                <a:spcPct val="0"/>
              </a:spcAft>
              <a:defRPr sz="2400">
                <a:solidFill>
                  <a:schemeClr val="tx1"/>
                </a:solidFill>
                <a:latin typeface="Times New Roman" pitchFamily="18" charset="0"/>
                <a:ea typeface="MS PGothic" pitchFamily="34" charset="-128"/>
              </a:defRPr>
            </a:lvl9pPr>
          </a:lstStyle>
          <a:p>
            <a:r>
              <a:rPr lang="en-US" altLang="en-US" sz="1200"/>
              <a:t>import javafx.application.Application;</a:t>
            </a:r>
          </a:p>
          <a:p>
            <a:r>
              <a:rPr lang="en-US" altLang="en-US" sz="1200"/>
              <a:t>import javafx.geometry.Pos;</a:t>
            </a:r>
          </a:p>
          <a:p>
            <a:r>
              <a:rPr lang="en-US" altLang="en-US" sz="1200"/>
              <a:t>import javafx.scene.Scene;</a:t>
            </a:r>
          </a:p>
          <a:p>
            <a:r>
              <a:rPr lang="en-US" altLang="en-US" sz="1200"/>
              <a:t>import javafx.scene.control.Button;</a:t>
            </a:r>
          </a:p>
          <a:p>
            <a:r>
              <a:rPr lang="en-US" altLang="en-US" sz="1200"/>
              <a:t>import javafx.scene.input.KeyCode;</a:t>
            </a:r>
          </a:p>
          <a:p>
            <a:r>
              <a:rPr lang="en-US" altLang="en-US" sz="1200"/>
              <a:t>import javafx.scene.input.MouseButton;</a:t>
            </a:r>
          </a:p>
          <a:p>
            <a:r>
              <a:rPr lang="en-US" altLang="en-US" sz="1200"/>
              <a:t>import javafx.scene.layout.HBox;</a:t>
            </a:r>
          </a:p>
          <a:p>
            <a:r>
              <a:rPr lang="en-US" altLang="en-US" sz="1200"/>
              <a:t>import javafx.scene.layout.BorderPane;</a:t>
            </a:r>
          </a:p>
          <a:p>
            <a:r>
              <a:rPr lang="en-US" altLang="en-US" sz="1200"/>
              <a:t>import javafx.stage.Stage;</a:t>
            </a:r>
          </a:p>
          <a:p>
            <a:endParaRPr lang="en-US" altLang="en-US" sz="1200"/>
          </a:p>
          <a:p>
            <a:r>
              <a:rPr lang="en-US" altLang="en-US" sz="1200"/>
              <a:t>public class ControlCircleWithMouseAndKey extends Application {</a:t>
            </a:r>
          </a:p>
          <a:p>
            <a:r>
              <a:rPr lang="en-US" altLang="en-US" sz="1200"/>
              <a:t>  private CirclePane circlePane = new CirclePane();</a:t>
            </a:r>
          </a:p>
          <a:p>
            <a:endParaRPr lang="en-US" altLang="en-US" sz="1200"/>
          </a:p>
          <a:p>
            <a:r>
              <a:rPr lang="en-US" altLang="en-US" sz="1200"/>
              <a:t>  @Override // Override the start method in the Application class</a:t>
            </a:r>
          </a:p>
          <a:p>
            <a:r>
              <a:rPr lang="en-US" altLang="en-US" sz="1200"/>
              <a:t>  public void start(Stage primaryStage) {</a:t>
            </a:r>
          </a:p>
          <a:p>
            <a:r>
              <a:rPr lang="en-US" altLang="en-US" sz="1200"/>
              <a:t>    // Hold two buttons in an HBox</a:t>
            </a:r>
          </a:p>
          <a:p>
            <a:r>
              <a:rPr lang="en-US" altLang="en-US" sz="1200"/>
              <a:t>    HBox hBox = new HBox();</a:t>
            </a:r>
          </a:p>
          <a:p>
            <a:r>
              <a:rPr lang="en-US" altLang="en-US" sz="1200"/>
              <a:t>    hBox.setSpacing(10);</a:t>
            </a:r>
          </a:p>
          <a:p>
            <a:r>
              <a:rPr lang="en-US" altLang="en-US" sz="1200"/>
              <a:t>    hBox.setAlignment(Pos.CENTER);</a:t>
            </a:r>
          </a:p>
          <a:p>
            <a:r>
              <a:rPr lang="en-US" altLang="en-US" sz="1200"/>
              <a:t>    Button btEnlarge = new Button("Enlarge");</a:t>
            </a:r>
          </a:p>
          <a:p>
            <a:r>
              <a:rPr lang="en-US" altLang="en-US" sz="1200"/>
              <a:t>    Button btShrink = new Button("Shrink");</a:t>
            </a:r>
          </a:p>
          <a:p>
            <a:r>
              <a:rPr lang="en-US" altLang="en-US" sz="1200"/>
              <a:t>    hBox.getChildren().add(btEnlarge);</a:t>
            </a:r>
          </a:p>
          <a:p>
            <a:r>
              <a:rPr lang="en-US" altLang="en-US" sz="1200"/>
              <a:t>    hBox.getChildren().add(btShrink);</a:t>
            </a:r>
          </a:p>
          <a:p>
            <a:r>
              <a:rPr lang="en-US" altLang="en-US" sz="1200"/>
              <a:t>    </a:t>
            </a:r>
          </a:p>
          <a:p>
            <a:r>
              <a:rPr lang="en-US" altLang="en-US" sz="1200"/>
              <a:t>    // Create and register the handler</a:t>
            </a:r>
          </a:p>
          <a:p>
            <a:r>
              <a:rPr lang="en-US" altLang="en-US" sz="1200"/>
              <a:t>    btEnlarge.setOnAction(e -&gt; circlePane.enlarge());</a:t>
            </a:r>
          </a:p>
          <a:p>
            <a:r>
              <a:rPr lang="en-US" altLang="en-US" sz="1200"/>
              <a:t>    btShrink.setOnAction(e -&gt; circlePane.shrink());</a:t>
            </a:r>
          </a:p>
          <a:p>
            <a:r>
              <a:rPr lang="en-US" altLang="en-US" sz="1200"/>
              <a:t>    </a:t>
            </a:r>
          </a:p>
          <a:p>
            <a:r>
              <a:rPr lang="en-US" altLang="en-US" sz="1200"/>
              <a:t>    circlePane.setOnMouseClicked(e -&gt; {</a:t>
            </a:r>
          </a:p>
          <a:p>
            <a:r>
              <a:rPr lang="en-US" altLang="en-US" sz="1200"/>
              <a:t>      if (e.getButton() == MouseButton.PRIMARY) {</a:t>
            </a:r>
          </a:p>
          <a:p>
            <a:r>
              <a:rPr lang="en-US" altLang="en-US" sz="1200"/>
              <a:t>        circlePane.enlarge();</a:t>
            </a:r>
          </a:p>
          <a:p>
            <a:r>
              <a:rPr lang="en-US" altLang="en-US" sz="1200"/>
              <a:t>      }</a:t>
            </a:r>
          </a:p>
          <a:p>
            <a:r>
              <a:rPr lang="en-US" altLang="en-US" sz="1200"/>
              <a:t>      else if (e.getButton() == MouseButton.SECONDARY) {</a:t>
            </a:r>
          </a:p>
          <a:p>
            <a:r>
              <a:rPr lang="en-US" altLang="en-US" sz="1200"/>
              <a:t>        circlePane.shrink();</a:t>
            </a:r>
          </a:p>
          <a:p>
            <a:r>
              <a:rPr lang="en-US" altLang="en-US" sz="1200"/>
              <a:t>      }</a:t>
            </a:r>
          </a:p>
          <a:p>
            <a:r>
              <a:rPr lang="en-US" altLang="en-US" sz="1200"/>
              <a:t>    });</a:t>
            </a:r>
          </a:p>
          <a:p>
            <a:r>
              <a:rPr lang="en-US" altLang="en-US" sz="1200"/>
              <a:t>    </a:t>
            </a:r>
          </a:p>
        </p:txBody>
      </p:sp>
      <p:sp>
        <p:nvSpPr>
          <p:cNvPr id="4" name="Rectangle 3"/>
          <p:cNvSpPr/>
          <p:nvPr/>
        </p:nvSpPr>
        <p:spPr>
          <a:xfrm>
            <a:off x="4572000" y="6350"/>
            <a:ext cx="4572000" cy="5816600"/>
          </a:xfrm>
          <a:prstGeom prst="rect">
            <a:avLst/>
          </a:prstGeom>
          <a:ln>
            <a:solidFill>
              <a:schemeClr val="bg1">
                <a:lumMod val="75000"/>
              </a:schemeClr>
            </a:solidFill>
          </a:ln>
        </p:spPr>
        <p:txBody>
          <a:bodyPr>
            <a:spAutoFit/>
          </a:bodyPr>
          <a:lstStyle/>
          <a:p>
            <a:pPr>
              <a:defRPr/>
            </a:pPr>
            <a:r>
              <a:rPr lang="en-US" sz="1200" dirty="0">
                <a:latin typeface="Times New Roman" charset="0"/>
                <a:ea typeface="ＭＳ Ｐゴシック" charset="0"/>
                <a:cs typeface="ＭＳ Ｐゴシック" charset="0"/>
              </a:rPr>
              <a:t> </a:t>
            </a:r>
            <a:r>
              <a:rPr lang="en-US" sz="1200" dirty="0" err="1">
                <a:latin typeface="Times New Roman" charset="0"/>
                <a:ea typeface="ＭＳ Ｐゴシック" charset="0"/>
                <a:cs typeface="ＭＳ Ｐゴシック" charset="0"/>
              </a:rPr>
              <a:t>circlePane.setOnKeyPressed</a:t>
            </a:r>
            <a:r>
              <a:rPr lang="en-US" sz="1200" dirty="0">
                <a:latin typeface="Times New Roman" charset="0"/>
                <a:ea typeface="ＭＳ Ｐゴシック" charset="0"/>
                <a:cs typeface="ＭＳ Ｐゴシック" charset="0"/>
              </a:rPr>
              <a:t>(e -&gt; {</a:t>
            </a:r>
          </a:p>
          <a:p>
            <a:pPr>
              <a:defRPr/>
            </a:pPr>
            <a:r>
              <a:rPr lang="en-US" sz="1200" dirty="0">
                <a:latin typeface="Times New Roman" charset="0"/>
                <a:ea typeface="ＭＳ Ｐゴシック" charset="0"/>
                <a:cs typeface="ＭＳ Ｐゴシック" charset="0"/>
              </a:rPr>
              <a:t>      if (</a:t>
            </a:r>
            <a:r>
              <a:rPr lang="en-US" sz="1200" dirty="0" err="1">
                <a:latin typeface="Times New Roman" charset="0"/>
                <a:ea typeface="ＭＳ Ｐゴシック" charset="0"/>
                <a:cs typeface="ＭＳ Ｐゴシック" charset="0"/>
              </a:rPr>
              <a:t>e.getCode</a:t>
            </a:r>
            <a:r>
              <a:rPr lang="en-US" sz="1200" dirty="0">
                <a:latin typeface="Times New Roman" charset="0"/>
                <a:ea typeface="ＭＳ Ｐゴシック" charset="0"/>
                <a:cs typeface="ＭＳ Ｐゴシック" charset="0"/>
              </a:rPr>
              <a:t>() == </a:t>
            </a:r>
            <a:r>
              <a:rPr lang="en-US" sz="1200" dirty="0" err="1">
                <a:latin typeface="Times New Roman" charset="0"/>
                <a:ea typeface="ＭＳ Ｐゴシック" charset="0"/>
                <a:cs typeface="ＭＳ Ｐゴシック" charset="0"/>
              </a:rPr>
              <a:t>KeyCode.U</a:t>
            </a:r>
            <a:r>
              <a:rPr lang="en-US" sz="1200" dirty="0">
                <a:latin typeface="Times New Roman" charset="0"/>
                <a:ea typeface="ＭＳ Ｐゴシック" charset="0"/>
                <a:cs typeface="ＭＳ Ｐゴシック" charset="0"/>
              </a:rPr>
              <a:t>) {</a:t>
            </a:r>
          </a:p>
          <a:p>
            <a:pPr>
              <a:defRPr/>
            </a:pPr>
            <a:r>
              <a:rPr lang="en-US" sz="1200" dirty="0">
                <a:latin typeface="Times New Roman" charset="0"/>
                <a:ea typeface="ＭＳ Ｐゴシック" charset="0"/>
                <a:cs typeface="ＭＳ Ｐゴシック" charset="0"/>
              </a:rPr>
              <a:t>        </a:t>
            </a:r>
            <a:r>
              <a:rPr lang="en-US" sz="1200" dirty="0" err="1">
                <a:latin typeface="Times New Roman" charset="0"/>
                <a:ea typeface="ＭＳ Ｐゴシック" charset="0"/>
                <a:cs typeface="ＭＳ Ｐゴシック" charset="0"/>
              </a:rPr>
              <a:t>circlePane.enlarge</a:t>
            </a:r>
            <a:r>
              <a:rPr lang="en-US" sz="1200" dirty="0">
                <a:latin typeface="Times New Roman" charset="0"/>
                <a:ea typeface="ＭＳ Ｐゴシック" charset="0"/>
                <a:cs typeface="ＭＳ Ｐゴシック" charset="0"/>
              </a:rPr>
              <a:t>();</a:t>
            </a:r>
          </a:p>
          <a:p>
            <a:pPr>
              <a:defRPr/>
            </a:pPr>
            <a:r>
              <a:rPr lang="en-US" sz="1200" dirty="0">
                <a:latin typeface="Times New Roman" charset="0"/>
                <a:ea typeface="ＭＳ Ｐゴシック" charset="0"/>
                <a:cs typeface="ＭＳ Ｐゴシック" charset="0"/>
              </a:rPr>
              <a:t>      }</a:t>
            </a:r>
          </a:p>
          <a:p>
            <a:pPr>
              <a:defRPr/>
            </a:pPr>
            <a:r>
              <a:rPr lang="en-US" sz="1200" dirty="0">
                <a:latin typeface="Times New Roman" charset="0"/>
                <a:ea typeface="ＭＳ Ｐゴシック" charset="0"/>
                <a:cs typeface="ＭＳ Ｐゴシック" charset="0"/>
              </a:rPr>
              <a:t>      else if (</a:t>
            </a:r>
            <a:r>
              <a:rPr lang="en-US" sz="1200" dirty="0" err="1">
                <a:latin typeface="Times New Roman" charset="0"/>
                <a:ea typeface="ＭＳ Ｐゴシック" charset="0"/>
                <a:cs typeface="ＭＳ Ｐゴシック" charset="0"/>
              </a:rPr>
              <a:t>e.getCode</a:t>
            </a:r>
            <a:r>
              <a:rPr lang="en-US" sz="1200" dirty="0">
                <a:latin typeface="Times New Roman" charset="0"/>
                <a:ea typeface="ＭＳ Ｐゴシック" charset="0"/>
                <a:cs typeface="ＭＳ Ｐゴシック" charset="0"/>
              </a:rPr>
              <a:t>() == </a:t>
            </a:r>
            <a:r>
              <a:rPr lang="en-US" sz="1200" dirty="0" err="1">
                <a:latin typeface="Times New Roman" charset="0"/>
                <a:ea typeface="ＭＳ Ｐゴシック" charset="0"/>
                <a:cs typeface="ＭＳ Ｐゴシック" charset="0"/>
              </a:rPr>
              <a:t>KeyCode.D</a:t>
            </a:r>
            <a:r>
              <a:rPr lang="en-US" sz="1200" dirty="0">
                <a:latin typeface="Times New Roman" charset="0"/>
                <a:ea typeface="ＭＳ Ｐゴシック" charset="0"/>
                <a:cs typeface="ＭＳ Ｐゴシック" charset="0"/>
              </a:rPr>
              <a:t>) {</a:t>
            </a:r>
          </a:p>
          <a:p>
            <a:pPr>
              <a:defRPr/>
            </a:pPr>
            <a:r>
              <a:rPr lang="en-US" sz="1200" dirty="0">
                <a:latin typeface="Times New Roman" charset="0"/>
                <a:ea typeface="ＭＳ Ｐゴシック" charset="0"/>
                <a:cs typeface="ＭＳ Ｐゴシック" charset="0"/>
              </a:rPr>
              <a:t>        </a:t>
            </a:r>
            <a:r>
              <a:rPr lang="en-US" sz="1200" dirty="0" err="1">
                <a:latin typeface="Times New Roman" charset="0"/>
                <a:ea typeface="ＭＳ Ｐゴシック" charset="0"/>
                <a:cs typeface="ＭＳ Ｐゴシック" charset="0"/>
              </a:rPr>
              <a:t>circlePane.shrink</a:t>
            </a:r>
            <a:r>
              <a:rPr lang="en-US" sz="1200" dirty="0">
                <a:latin typeface="Times New Roman" charset="0"/>
                <a:ea typeface="ＭＳ Ｐゴシック" charset="0"/>
                <a:cs typeface="ＭＳ Ｐゴシック" charset="0"/>
              </a:rPr>
              <a:t>();</a:t>
            </a:r>
          </a:p>
          <a:p>
            <a:pPr>
              <a:defRPr/>
            </a:pPr>
            <a:r>
              <a:rPr lang="en-US" sz="1200" dirty="0">
                <a:latin typeface="Times New Roman" charset="0"/>
                <a:ea typeface="ＭＳ Ｐゴシック" charset="0"/>
                <a:cs typeface="ＭＳ Ｐゴシック" charset="0"/>
              </a:rPr>
              <a:t>      }</a:t>
            </a:r>
          </a:p>
          <a:p>
            <a:pPr>
              <a:defRPr/>
            </a:pPr>
            <a:r>
              <a:rPr lang="en-US" sz="1200" dirty="0">
                <a:latin typeface="Times New Roman" charset="0"/>
                <a:ea typeface="ＭＳ Ｐゴシック" charset="0"/>
                <a:cs typeface="ＭＳ Ｐゴシック" charset="0"/>
              </a:rPr>
              <a:t>    });</a:t>
            </a:r>
          </a:p>
          <a:p>
            <a:pPr>
              <a:defRPr/>
            </a:pPr>
            <a:r>
              <a:rPr lang="en-US" sz="1200" dirty="0">
                <a:latin typeface="Times New Roman" charset="0"/>
                <a:ea typeface="ＭＳ Ｐゴシック" charset="0"/>
                <a:cs typeface="ＭＳ Ｐゴシック" charset="0"/>
              </a:rPr>
              <a:t>    </a:t>
            </a:r>
          </a:p>
          <a:p>
            <a:pPr>
              <a:defRPr/>
            </a:pPr>
            <a:r>
              <a:rPr lang="en-US" sz="1200" dirty="0">
                <a:latin typeface="Times New Roman" charset="0"/>
                <a:ea typeface="ＭＳ Ｐゴシック" charset="0"/>
                <a:cs typeface="ＭＳ Ｐゴシック" charset="0"/>
              </a:rPr>
              <a:t>    </a:t>
            </a:r>
            <a:r>
              <a:rPr lang="en-US" sz="1200" dirty="0" err="1">
                <a:latin typeface="Times New Roman" charset="0"/>
                <a:ea typeface="ＭＳ Ｐゴシック" charset="0"/>
                <a:cs typeface="ＭＳ Ｐゴシック" charset="0"/>
              </a:rPr>
              <a:t>BorderPane</a:t>
            </a:r>
            <a:r>
              <a:rPr lang="en-US" sz="1200" dirty="0">
                <a:latin typeface="Times New Roman" charset="0"/>
                <a:ea typeface="ＭＳ Ｐゴシック" charset="0"/>
                <a:cs typeface="ＭＳ Ｐゴシック" charset="0"/>
              </a:rPr>
              <a:t> </a:t>
            </a:r>
            <a:r>
              <a:rPr lang="en-US" sz="1200" dirty="0" err="1">
                <a:latin typeface="Times New Roman" charset="0"/>
                <a:ea typeface="ＭＳ Ｐゴシック" charset="0"/>
                <a:cs typeface="ＭＳ Ｐゴシック" charset="0"/>
              </a:rPr>
              <a:t>borderPane</a:t>
            </a:r>
            <a:r>
              <a:rPr lang="en-US" sz="1200" dirty="0">
                <a:latin typeface="Times New Roman" charset="0"/>
                <a:ea typeface="ＭＳ Ｐゴシック" charset="0"/>
                <a:cs typeface="ＭＳ Ｐゴシック" charset="0"/>
              </a:rPr>
              <a:t> = new </a:t>
            </a:r>
            <a:r>
              <a:rPr lang="en-US" sz="1200" dirty="0" err="1">
                <a:latin typeface="Times New Roman" charset="0"/>
                <a:ea typeface="ＭＳ Ｐゴシック" charset="0"/>
                <a:cs typeface="ＭＳ Ｐゴシック" charset="0"/>
              </a:rPr>
              <a:t>BorderPane</a:t>
            </a:r>
            <a:r>
              <a:rPr lang="en-US" sz="1200" dirty="0">
                <a:latin typeface="Times New Roman" charset="0"/>
                <a:ea typeface="ＭＳ Ｐゴシック" charset="0"/>
                <a:cs typeface="ＭＳ Ｐゴシック" charset="0"/>
              </a:rPr>
              <a:t>();</a:t>
            </a:r>
          </a:p>
          <a:p>
            <a:pPr>
              <a:defRPr/>
            </a:pPr>
            <a:r>
              <a:rPr lang="en-US" sz="1200" dirty="0">
                <a:latin typeface="Times New Roman" charset="0"/>
                <a:ea typeface="ＭＳ Ｐゴシック" charset="0"/>
                <a:cs typeface="ＭＳ Ｐゴシック" charset="0"/>
              </a:rPr>
              <a:t>    </a:t>
            </a:r>
            <a:r>
              <a:rPr lang="en-US" sz="1200" dirty="0" err="1">
                <a:latin typeface="Times New Roman" charset="0"/>
                <a:ea typeface="ＭＳ Ｐゴシック" charset="0"/>
                <a:cs typeface="ＭＳ Ｐゴシック" charset="0"/>
              </a:rPr>
              <a:t>borderPane.setCenter</a:t>
            </a:r>
            <a:r>
              <a:rPr lang="en-US" sz="1200" dirty="0">
                <a:latin typeface="Times New Roman" charset="0"/>
                <a:ea typeface="ＭＳ Ｐゴシック" charset="0"/>
                <a:cs typeface="ＭＳ Ｐゴシック" charset="0"/>
              </a:rPr>
              <a:t>(</a:t>
            </a:r>
            <a:r>
              <a:rPr lang="en-US" sz="1200" dirty="0" err="1">
                <a:latin typeface="Times New Roman" charset="0"/>
                <a:ea typeface="ＭＳ Ｐゴシック" charset="0"/>
                <a:cs typeface="ＭＳ Ｐゴシック" charset="0"/>
              </a:rPr>
              <a:t>circlePane</a:t>
            </a:r>
            <a:r>
              <a:rPr lang="en-US" sz="1200" dirty="0">
                <a:latin typeface="Times New Roman" charset="0"/>
                <a:ea typeface="ＭＳ Ｐゴシック" charset="0"/>
                <a:cs typeface="ＭＳ Ｐゴシック" charset="0"/>
              </a:rPr>
              <a:t>);</a:t>
            </a:r>
          </a:p>
          <a:p>
            <a:pPr>
              <a:defRPr/>
            </a:pPr>
            <a:r>
              <a:rPr lang="en-US" sz="1200" dirty="0">
                <a:latin typeface="Times New Roman" charset="0"/>
                <a:ea typeface="ＭＳ Ｐゴシック" charset="0"/>
                <a:cs typeface="ＭＳ Ｐゴシック" charset="0"/>
              </a:rPr>
              <a:t>    </a:t>
            </a:r>
            <a:r>
              <a:rPr lang="en-US" sz="1200" dirty="0" err="1">
                <a:latin typeface="Times New Roman" charset="0"/>
                <a:ea typeface="ＭＳ Ｐゴシック" charset="0"/>
                <a:cs typeface="ＭＳ Ｐゴシック" charset="0"/>
              </a:rPr>
              <a:t>borderPane.setBottom</a:t>
            </a:r>
            <a:r>
              <a:rPr lang="en-US" sz="1200" dirty="0">
                <a:latin typeface="Times New Roman" charset="0"/>
                <a:ea typeface="ＭＳ Ｐゴシック" charset="0"/>
                <a:cs typeface="ＭＳ Ｐゴシック" charset="0"/>
              </a:rPr>
              <a:t>(</a:t>
            </a:r>
            <a:r>
              <a:rPr lang="en-US" sz="1200" dirty="0" err="1">
                <a:latin typeface="Times New Roman" charset="0"/>
                <a:ea typeface="ＭＳ Ｐゴシック" charset="0"/>
                <a:cs typeface="ＭＳ Ｐゴシック" charset="0"/>
              </a:rPr>
              <a:t>hBox</a:t>
            </a:r>
            <a:r>
              <a:rPr lang="en-US" sz="1200" dirty="0">
                <a:latin typeface="Times New Roman" charset="0"/>
                <a:ea typeface="ＭＳ Ｐゴシック" charset="0"/>
                <a:cs typeface="ＭＳ Ｐゴシック" charset="0"/>
              </a:rPr>
              <a:t>);</a:t>
            </a:r>
          </a:p>
          <a:p>
            <a:pPr>
              <a:defRPr/>
            </a:pPr>
            <a:r>
              <a:rPr lang="en-US" sz="1200" dirty="0">
                <a:latin typeface="Times New Roman" charset="0"/>
                <a:ea typeface="ＭＳ Ｐゴシック" charset="0"/>
                <a:cs typeface="ＭＳ Ｐゴシック" charset="0"/>
              </a:rPr>
              <a:t>    </a:t>
            </a:r>
            <a:r>
              <a:rPr lang="en-US" sz="1200" dirty="0" err="1">
                <a:latin typeface="Times New Roman" charset="0"/>
                <a:ea typeface="ＭＳ Ｐゴシック" charset="0"/>
                <a:cs typeface="ＭＳ Ｐゴシック" charset="0"/>
              </a:rPr>
              <a:t>BorderPane.setAlignment</a:t>
            </a:r>
            <a:r>
              <a:rPr lang="en-US" sz="1200" dirty="0">
                <a:latin typeface="Times New Roman" charset="0"/>
                <a:ea typeface="ＭＳ Ｐゴシック" charset="0"/>
                <a:cs typeface="ＭＳ Ｐゴシック" charset="0"/>
              </a:rPr>
              <a:t>(</a:t>
            </a:r>
            <a:r>
              <a:rPr lang="en-US" sz="1200" dirty="0" err="1">
                <a:latin typeface="Times New Roman" charset="0"/>
                <a:ea typeface="ＭＳ Ｐゴシック" charset="0"/>
                <a:cs typeface="ＭＳ Ｐゴシック" charset="0"/>
              </a:rPr>
              <a:t>hBox</a:t>
            </a:r>
            <a:r>
              <a:rPr lang="en-US" sz="1200" dirty="0">
                <a:latin typeface="Times New Roman" charset="0"/>
                <a:ea typeface="ＭＳ Ｐゴシック" charset="0"/>
                <a:cs typeface="ＭＳ Ｐゴシック" charset="0"/>
              </a:rPr>
              <a:t>, </a:t>
            </a:r>
            <a:r>
              <a:rPr lang="en-US" sz="1200" dirty="0" err="1">
                <a:latin typeface="Times New Roman" charset="0"/>
                <a:ea typeface="ＭＳ Ｐゴシック" charset="0"/>
                <a:cs typeface="ＭＳ Ｐゴシック" charset="0"/>
              </a:rPr>
              <a:t>Pos.CENTER</a:t>
            </a:r>
            <a:r>
              <a:rPr lang="en-US" sz="1200" dirty="0">
                <a:latin typeface="Times New Roman" charset="0"/>
                <a:ea typeface="ＭＳ Ｐゴシック" charset="0"/>
                <a:cs typeface="ＭＳ Ｐゴシック" charset="0"/>
              </a:rPr>
              <a:t>);</a:t>
            </a:r>
          </a:p>
          <a:p>
            <a:pPr>
              <a:defRPr/>
            </a:pPr>
            <a:r>
              <a:rPr lang="en-US" sz="1200" dirty="0">
                <a:latin typeface="Times New Roman" charset="0"/>
                <a:ea typeface="ＭＳ Ｐゴシック" charset="0"/>
                <a:cs typeface="ＭＳ Ｐゴシック" charset="0"/>
              </a:rPr>
              <a:t>    </a:t>
            </a:r>
          </a:p>
          <a:p>
            <a:pPr>
              <a:defRPr/>
            </a:pPr>
            <a:r>
              <a:rPr lang="en-US" sz="1200" dirty="0">
                <a:latin typeface="Times New Roman" charset="0"/>
                <a:ea typeface="ＭＳ Ｐゴシック" charset="0"/>
                <a:cs typeface="ＭＳ Ｐゴシック" charset="0"/>
              </a:rPr>
              <a:t>    // Create a scene and place it in the stage</a:t>
            </a:r>
          </a:p>
          <a:p>
            <a:pPr>
              <a:defRPr/>
            </a:pPr>
            <a:r>
              <a:rPr lang="en-US" sz="1200" dirty="0">
                <a:latin typeface="Times New Roman" charset="0"/>
                <a:ea typeface="ＭＳ Ｐゴシック" charset="0"/>
                <a:cs typeface="ＭＳ Ｐゴシック" charset="0"/>
              </a:rPr>
              <a:t>    Scene scene = new Scene(</a:t>
            </a:r>
            <a:r>
              <a:rPr lang="en-US" sz="1200" dirty="0" err="1">
                <a:latin typeface="Times New Roman" charset="0"/>
                <a:ea typeface="ＭＳ Ｐゴシック" charset="0"/>
                <a:cs typeface="ＭＳ Ｐゴシック" charset="0"/>
              </a:rPr>
              <a:t>borderPane</a:t>
            </a:r>
            <a:r>
              <a:rPr lang="en-US" sz="1200" dirty="0">
                <a:latin typeface="Times New Roman" charset="0"/>
                <a:ea typeface="ＭＳ Ｐゴシック" charset="0"/>
                <a:cs typeface="ＭＳ Ｐゴシック" charset="0"/>
              </a:rPr>
              <a:t>, 200, 150);</a:t>
            </a:r>
          </a:p>
          <a:p>
            <a:pPr>
              <a:defRPr/>
            </a:pPr>
            <a:r>
              <a:rPr lang="en-US" sz="1200" dirty="0">
                <a:latin typeface="Times New Roman" charset="0"/>
                <a:ea typeface="ＭＳ Ｐゴシック" charset="0"/>
                <a:cs typeface="ＭＳ Ｐゴシック" charset="0"/>
              </a:rPr>
              <a:t>    </a:t>
            </a:r>
            <a:r>
              <a:rPr lang="en-US" sz="1200" dirty="0" err="1">
                <a:latin typeface="Times New Roman" charset="0"/>
                <a:ea typeface="ＭＳ Ｐゴシック" charset="0"/>
                <a:cs typeface="ＭＳ Ｐゴシック" charset="0"/>
              </a:rPr>
              <a:t>primaryStage.setTitle</a:t>
            </a:r>
            <a:r>
              <a:rPr lang="en-US" sz="1200" dirty="0">
                <a:latin typeface="Times New Roman" charset="0"/>
                <a:ea typeface="ＭＳ Ｐゴシック" charset="0"/>
                <a:cs typeface="ＭＳ Ｐゴシック" charset="0"/>
              </a:rPr>
              <a:t>("</a:t>
            </a:r>
            <a:r>
              <a:rPr lang="en-US" sz="1200" dirty="0" err="1">
                <a:latin typeface="Times New Roman" charset="0"/>
                <a:ea typeface="ＭＳ Ｐゴシック" charset="0"/>
                <a:cs typeface="ＭＳ Ｐゴシック" charset="0"/>
              </a:rPr>
              <a:t>ControlCircle</a:t>
            </a:r>
            <a:r>
              <a:rPr lang="en-US" sz="1200" dirty="0">
                <a:latin typeface="Times New Roman" charset="0"/>
                <a:ea typeface="ＭＳ Ｐゴシック" charset="0"/>
                <a:cs typeface="ＭＳ Ｐゴシック" charset="0"/>
              </a:rPr>
              <a:t>"); // Set the stage title</a:t>
            </a:r>
          </a:p>
          <a:p>
            <a:pPr>
              <a:defRPr/>
            </a:pPr>
            <a:r>
              <a:rPr lang="en-US" sz="1200" dirty="0">
                <a:latin typeface="Times New Roman" charset="0"/>
                <a:ea typeface="ＭＳ Ｐゴシック" charset="0"/>
                <a:cs typeface="ＭＳ Ｐゴシック" charset="0"/>
              </a:rPr>
              <a:t>    </a:t>
            </a:r>
            <a:r>
              <a:rPr lang="en-US" sz="1200" dirty="0" err="1">
                <a:latin typeface="Times New Roman" charset="0"/>
                <a:ea typeface="ＭＳ Ｐゴシック" charset="0"/>
                <a:cs typeface="ＭＳ Ｐゴシック" charset="0"/>
              </a:rPr>
              <a:t>primaryStage.setScene</a:t>
            </a:r>
            <a:r>
              <a:rPr lang="en-US" sz="1200" dirty="0">
                <a:latin typeface="Times New Roman" charset="0"/>
                <a:ea typeface="ＭＳ Ｐゴシック" charset="0"/>
                <a:cs typeface="ＭＳ Ｐゴシック" charset="0"/>
              </a:rPr>
              <a:t>(scene); // Place the scene in the stage</a:t>
            </a:r>
          </a:p>
          <a:p>
            <a:pPr>
              <a:defRPr/>
            </a:pPr>
            <a:r>
              <a:rPr lang="en-US" sz="1200" dirty="0">
                <a:latin typeface="Times New Roman" charset="0"/>
                <a:ea typeface="ＭＳ Ｐゴシック" charset="0"/>
                <a:cs typeface="ＭＳ Ｐゴシック" charset="0"/>
              </a:rPr>
              <a:t>    </a:t>
            </a:r>
            <a:r>
              <a:rPr lang="en-US" sz="1200" dirty="0" err="1">
                <a:latin typeface="Times New Roman" charset="0"/>
                <a:ea typeface="ＭＳ Ｐゴシック" charset="0"/>
                <a:cs typeface="ＭＳ Ｐゴシック" charset="0"/>
              </a:rPr>
              <a:t>primaryStage.show</a:t>
            </a:r>
            <a:r>
              <a:rPr lang="en-US" sz="1200" dirty="0">
                <a:latin typeface="Times New Roman" charset="0"/>
                <a:ea typeface="ＭＳ Ｐゴシック" charset="0"/>
                <a:cs typeface="ＭＳ Ｐゴシック" charset="0"/>
              </a:rPr>
              <a:t>(); // Display the stage</a:t>
            </a:r>
          </a:p>
          <a:p>
            <a:pPr>
              <a:defRPr/>
            </a:pPr>
            <a:r>
              <a:rPr lang="en-US" sz="1200" dirty="0">
                <a:latin typeface="Times New Roman" charset="0"/>
                <a:ea typeface="ＭＳ Ｐゴシック" charset="0"/>
                <a:cs typeface="ＭＳ Ｐゴシック" charset="0"/>
              </a:rPr>
              <a:t>    </a:t>
            </a:r>
          </a:p>
          <a:p>
            <a:pPr>
              <a:defRPr/>
            </a:pPr>
            <a:r>
              <a:rPr lang="en-US" sz="1200" dirty="0">
                <a:latin typeface="Times New Roman" charset="0"/>
                <a:ea typeface="ＭＳ Ｐゴシック" charset="0"/>
                <a:cs typeface="ＭＳ Ｐゴシック" charset="0"/>
              </a:rPr>
              <a:t>    </a:t>
            </a:r>
            <a:r>
              <a:rPr lang="en-US" sz="1200" dirty="0" err="1">
                <a:latin typeface="Times New Roman" charset="0"/>
                <a:ea typeface="ＭＳ Ｐゴシック" charset="0"/>
                <a:cs typeface="ＭＳ Ｐゴシック" charset="0"/>
              </a:rPr>
              <a:t>circlePane.requestFocus</a:t>
            </a:r>
            <a:r>
              <a:rPr lang="en-US" sz="1200" dirty="0">
                <a:latin typeface="Times New Roman" charset="0"/>
                <a:ea typeface="ＭＳ Ｐゴシック" charset="0"/>
                <a:cs typeface="ＭＳ Ｐゴシック" charset="0"/>
              </a:rPr>
              <a:t>();</a:t>
            </a:r>
          </a:p>
          <a:p>
            <a:pPr>
              <a:defRPr/>
            </a:pPr>
            <a:r>
              <a:rPr lang="en-US" sz="1200" dirty="0">
                <a:latin typeface="Times New Roman" charset="0"/>
                <a:ea typeface="ＭＳ Ｐゴシック" charset="0"/>
                <a:cs typeface="ＭＳ Ｐゴシック" charset="0"/>
              </a:rPr>
              <a:t>  }</a:t>
            </a:r>
          </a:p>
          <a:p>
            <a:pPr>
              <a:defRPr/>
            </a:pPr>
            <a:r>
              <a:rPr lang="en-US" sz="1200" dirty="0">
                <a:latin typeface="Times New Roman" charset="0"/>
                <a:ea typeface="ＭＳ Ｐゴシック" charset="0"/>
                <a:cs typeface="ＭＳ Ｐゴシック" charset="0"/>
              </a:rPr>
              <a:t>  </a:t>
            </a:r>
          </a:p>
          <a:p>
            <a:pPr>
              <a:defRPr/>
            </a:pPr>
            <a:r>
              <a:rPr lang="en-US" sz="1200" dirty="0">
                <a:latin typeface="Times New Roman" charset="0"/>
                <a:ea typeface="ＭＳ Ｐゴシック" charset="0"/>
                <a:cs typeface="ＭＳ Ｐゴシック" charset="0"/>
              </a:rPr>
              <a:t>  /**</a:t>
            </a:r>
          </a:p>
          <a:p>
            <a:pPr>
              <a:defRPr/>
            </a:pPr>
            <a:r>
              <a:rPr lang="en-US" sz="1200" dirty="0">
                <a:latin typeface="Times New Roman" charset="0"/>
                <a:ea typeface="ＭＳ Ｐゴシック" charset="0"/>
                <a:cs typeface="ＭＳ Ｐゴシック" charset="0"/>
              </a:rPr>
              <a:t>   * The main method is only needed for the IDE with limited</a:t>
            </a:r>
          </a:p>
          <a:p>
            <a:pPr>
              <a:defRPr/>
            </a:pPr>
            <a:r>
              <a:rPr lang="en-US" sz="1200" dirty="0">
                <a:latin typeface="Times New Roman" charset="0"/>
                <a:ea typeface="ＭＳ Ｐゴシック" charset="0"/>
                <a:cs typeface="ＭＳ Ｐゴシック" charset="0"/>
              </a:rPr>
              <a:t>   * </a:t>
            </a:r>
            <a:r>
              <a:rPr lang="en-US" sz="1200" dirty="0" err="1">
                <a:latin typeface="Times New Roman" charset="0"/>
                <a:ea typeface="ＭＳ Ｐゴシック" charset="0"/>
                <a:cs typeface="ＭＳ Ｐゴシック" charset="0"/>
              </a:rPr>
              <a:t>JavaFX</a:t>
            </a:r>
            <a:r>
              <a:rPr lang="en-US" sz="1200" dirty="0">
                <a:latin typeface="Times New Roman" charset="0"/>
                <a:ea typeface="ＭＳ Ｐゴシック" charset="0"/>
                <a:cs typeface="ＭＳ Ｐゴシック" charset="0"/>
              </a:rPr>
              <a:t> support. Not needed for running from the command line.</a:t>
            </a:r>
          </a:p>
          <a:p>
            <a:pPr>
              <a:defRPr/>
            </a:pPr>
            <a:r>
              <a:rPr lang="en-US" sz="1200" dirty="0">
                <a:latin typeface="Times New Roman" charset="0"/>
                <a:ea typeface="ＭＳ Ｐゴシック" charset="0"/>
                <a:cs typeface="ＭＳ Ｐゴシック" charset="0"/>
              </a:rPr>
              <a:t>   */</a:t>
            </a:r>
          </a:p>
          <a:p>
            <a:pPr>
              <a:defRPr/>
            </a:pPr>
            <a:r>
              <a:rPr lang="en-US" sz="1200" dirty="0">
                <a:latin typeface="Times New Roman" charset="0"/>
                <a:ea typeface="ＭＳ Ｐゴシック" charset="0"/>
                <a:cs typeface="ＭＳ Ｐゴシック" charset="0"/>
              </a:rPr>
              <a:t>  public static void main(String[] </a:t>
            </a:r>
            <a:r>
              <a:rPr lang="en-US" sz="1200" dirty="0" err="1">
                <a:latin typeface="Times New Roman" charset="0"/>
                <a:ea typeface="ＭＳ Ｐゴシック" charset="0"/>
                <a:cs typeface="ＭＳ Ｐゴシック" charset="0"/>
              </a:rPr>
              <a:t>args</a:t>
            </a:r>
            <a:r>
              <a:rPr lang="en-US" sz="1200" dirty="0">
                <a:latin typeface="Times New Roman" charset="0"/>
                <a:ea typeface="ＭＳ Ｐゴシック" charset="0"/>
                <a:cs typeface="ＭＳ Ｐゴシック" charset="0"/>
              </a:rPr>
              <a:t>) {</a:t>
            </a:r>
          </a:p>
          <a:p>
            <a:pPr>
              <a:defRPr/>
            </a:pPr>
            <a:r>
              <a:rPr lang="en-US" sz="1200" dirty="0">
                <a:latin typeface="Times New Roman" charset="0"/>
                <a:ea typeface="ＭＳ Ｐゴシック" charset="0"/>
                <a:cs typeface="ＭＳ Ｐゴシック" charset="0"/>
              </a:rPr>
              <a:t>    launch(</a:t>
            </a:r>
            <a:r>
              <a:rPr lang="en-US" sz="1200" dirty="0" err="1">
                <a:latin typeface="Times New Roman" charset="0"/>
                <a:ea typeface="ＭＳ Ｐゴシック" charset="0"/>
                <a:cs typeface="ＭＳ Ｐゴシック" charset="0"/>
              </a:rPr>
              <a:t>args</a:t>
            </a:r>
            <a:r>
              <a:rPr lang="en-US" sz="1200" dirty="0">
                <a:latin typeface="Times New Roman" charset="0"/>
                <a:ea typeface="ＭＳ Ｐゴシック" charset="0"/>
                <a:cs typeface="ＭＳ Ｐゴシック" charset="0"/>
              </a:rPr>
              <a:t>);</a:t>
            </a:r>
          </a:p>
          <a:p>
            <a:pPr>
              <a:defRPr/>
            </a:pPr>
            <a:r>
              <a:rPr lang="en-US" sz="1200" dirty="0">
                <a:latin typeface="Times New Roman" charset="0"/>
                <a:ea typeface="ＭＳ Ｐゴシック" charset="0"/>
                <a:cs typeface="ＭＳ Ｐゴシック" charset="0"/>
              </a:rPr>
              <a:t>  }</a:t>
            </a:r>
          </a:p>
          <a:p>
            <a:pPr>
              <a:defRPr/>
            </a:pPr>
            <a:r>
              <a:rPr lang="en-US" sz="1200" dirty="0">
                <a:latin typeface="Times New Roman" charset="0"/>
                <a:ea typeface="ＭＳ Ｐゴシック" charset="0"/>
                <a:cs typeface="ＭＳ Ｐゴシック" charset="0"/>
              </a:rPr>
              <a:t>}</a:t>
            </a:r>
          </a:p>
        </p:txBody>
      </p:sp>
    </p:spTree>
  </p:cSld>
  <p:clrMapOvr>
    <a:masterClrMapping/>
  </p:clrMapOvr>
  <p:transition>
    <p:random/>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Title 1"/>
          <p:cNvSpPr>
            <a:spLocks noGrp="1"/>
          </p:cNvSpPr>
          <p:nvPr>
            <p:ph type="title"/>
          </p:nvPr>
        </p:nvSpPr>
        <p:spPr>
          <a:xfrm>
            <a:off x="457201" y="424149"/>
            <a:ext cx="8229600" cy="713016"/>
          </a:xfrm>
        </p:spPr>
        <p:txBody>
          <a:bodyPr/>
          <a:lstStyle/>
          <a:p>
            <a:pPr algn="ctr"/>
            <a:r>
              <a:rPr lang="en-US" b="1" dirty="0">
                <a:solidFill>
                  <a:srgbClr val="0000FF"/>
                </a:solidFill>
              </a:rPr>
              <a:t>Summary</a:t>
            </a:r>
            <a:endParaRPr lang="en-GB" b="1" dirty="0">
              <a:solidFill>
                <a:srgbClr val="0070C0"/>
              </a:solidFill>
            </a:endParaRPr>
          </a:p>
        </p:txBody>
      </p:sp>
      <p:sp>
        <p:nvSpPr>
          <p:cNvPr id="19459" name="Content Placeholder 2"/>
          <p:cNvSpPr>
            <a:spLocks noGrp="1"/>
          </p:cNvSpPr>
          <p:nvPr>
            <p:ph idx="1"/>
          </p:nvPr>
        </p:nvSpPr>
        <p:spPr>
          <a:xfrm>
            <a:off x="327932" y="1285528"/>
            <a:ext cx="8587468" cy="4695469"/>
          </a:xfrm>
        </p:spPr>
        <p:txBody>
          <a:bodyPr/>
          <a:lstStyle/>
          <a:p>
            <a:pPr marL="343792" indent="-343792"/>
            <a:r>
              <a:rPr lang="en-GB" sz="2406" dirty="0">
                <a:latin typeface="Times New Roman" pitchFamily="18" charset="0"/>
                <a:cs typeface="Times New Roman" pitchFamily="18" charset="0"/>
              </a:rPr>
              <a:t>Event-driven programming – </a:t>
            </a:r>
            <a:r>
              <a:rPr lang="en-GB" sz="2406" dirty="0" err="1">
                <a:latin typeface="Times New Roman" pitchFamily="18" charset="0"/>
                <a:cs typeface="Times New Roman" pitchFamily="18" charset="0"/>
              </a:rPr>
              <a:t>ActionEvent</a:t>
            </a:r>
            <a:r>
              <a:rPr lang="en-GB" sz="2406" dirty="0">
                <a:latin typeface="Times New Roman" pitchFamily="18" charset="0"/>
                <a:cs typeface="Times New Roman" pitchFamily="18" charset="0"/>
              </a:rPr>
              <a:t>, …</a:t>
            </a:r>
          </a:p>
          <a:p>
            <a:pPr marL="668540" lvl="1" indent="-343792"/>
            <a:r>
              <a:rPr lang="en-GB" sz="2106" dirty="0">
                <a:latin typeface="Times New Roman" pitchFamily="18" charset="0"/>
                <a:cs typeface="Times New Roman" pitchFamily="18" charset="0"/>
              </a:rPr>
              <a:t>Esp. the </a:t>
            </a:r>
            <a:r>
              <a:rPr lang="en-GB" sz="2106" dirty="0" err="1">
                <a:latin typeface="Times New Roman" pitchFamily="18" charset="0"/>
                <a:cs typeface="Times New Roman" pitchFamily="18" charset="0"/>
              </a:rPr>
              <a:t>LoanCalculator</a:t>
            </a:r>
            <a:r>
              <a:rPr lang="en-GB" sz="2106" dirty="0">
                <a:latin typeface="Times New Roman" pitchFamily="18" charset="0"/>
                <a:cs typeface="Times New Roman" pitchFamily="18" charset="0"/>
              </a:rPr>
              <a:t> of slide #2.</a:t>
            </a:r>
            <a:endParaRPr lang="en-GB" sz="1772" dirty="0">
              <a:latin typeface="Times New Roman" pitchFamily="18" charset="0"/>
              <a:cs typeface="Times New Roman" pitchFamily="18" charset="0"/>
            </a:endParaRPr>
          </a:p>
          <a:p>
            <a:pPr marL="651506" lvl="1" indent="-343792"/>
            <a:endParaRPr lang="en-GB" sz="2005" dirty="0"/>
          </a:p>
        </p:txBody>
      </p:sp>
    </p:spTree>
  </p:cSld>
  <p:clrMapOvr>
    <a:masterClrMapping/>
  </p:clrMapOvr>
  <p:transition>
    <p:wipe dir="r"/>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82" name="Rectangle 2"/>
          <p:cNvSpPr>
            <a:spLocks noGrp="1" noChangeArrowheads="1"/>
          </p:cNvSpPr>
          <p:nvPr>
            <p:ph type="ctrTitle"/>
          </p:nvPr>
        </p:nvSpPr>
        <p:spPr>
          <a:xfrm>
            <a:off x="1142735" y="1676401"/>
            <a:ext cx="6984793" cy="1295400"/>
          </a:xfrm>
          <a:noFill/>
        </p:spPr>
        <p:txBody>
          <a:bodyPr/>
          <a:lstStyle/>
          <a:p>
            <a:pPr algn="ctr" eaLnBrk="1" hangingPunct="1"/>
            <a:r>
              <a:rPr lang="en-US" b="1" dirty="0">
                <a:solidFill>
                  <a:schemeClr val="tx1"/>
                </a:solidFill>
                <a:latin typeface="Times New Roman" panose="02020603050405020304" pitchFamily="18" charset="0"/>
                <a:cs typeface="Times New Roman" panose="02020603050405020304" pitchFamily="18" charset="0"/>
              </a:rPr>
              <a:t>End of Chapter 2</a:t>
            </a:r>
          </a:p>
        </p:txBody>
      </p:sp>
    </p:spTree>
    <p:custDataLst>
      <p:tags r:id="rId1"/>
    </p:custDataLst>
    <p:extLst>
      <p:ext uri="{BB962C8B-B14F-4D97-AF65-F5344CB8AC3E}">
        <p14:creationId xmlns:p14="http://schemas.microsoft.com/office/powerpoint/2010/main" val="1354532645"/>
      </p:ext>
    </p:extLst>
  </p:cSld>
  <p:clrMapOvr>
    <a:masterClrMapping/>
  </p:clrMapOvr>
  <p:transition>
    <p:random/>
  </p:transition>
</p:sld>
</file>

<file path=ppt/tags/tag1.xml><?xml version="1.0" encoding="utf-8"?>
<p:tagLst xmlns:a="http://schemas.openxmlformats.org/drawingml/2006/main" xmlns:r="http://schemas.openxmlformats.org/officeDocument/2006/relationships" xmlns:p="http://schemas.openxmlformats.org/presentationml/2006/main">
  <p:tag name="POWER3D TRANSITION" val="DemoPipes.p3d 0"/>
  <p:tag name="POWER3D OPTIONS" val="Medium "/>
  <p:tag name="POWER3D IMAGE0" val="Pwrtrans.tga"/>
  <p:tag name="POWER3D SOUND" val="Pipes"/>
</p:tagLst>
</file>

<file path=ppt/tags/tag2.xml><?xml version="1.0" encoding="utf-8"?>
<p:tagLst xmlns:a="http://schemas.openxmlformats.org/drawingml/2006/main" xmlns:r="http://schemas.openxmlformats.org/officeDocument/2006/relationships" xmlns:p="http://schemas.openxmlformats.org/presentationml/2006/main">
  <p:tag name="POWER3D TRANSITION" val="DemoPipes.p3d 0"/>
  <p:tag name="POWER3D OPTIONS" val="Medium "/>
  <p:tag name="POWER3D IMAGE0" val="Pwrtrans.tga"/>
  <p:tag name="POWER3D SOUND" val="Pipes"/>
</p:tagLst>
</file>

<file path=ppt/theme/theme1.xml><?xml version="1.0" encoding="utf-8"?>
<a:theme xmlns:a="http://schemas.openxmlformats.org/drawingml/2006/main" name="Blends">
  <a:themeElements>
    <a:clrScheme name="Blends 3">
      <a:dk1>
        <a:srgbClr val="000000"/>
      </a:dk1>
      <a:lt1>
        <a:srgbClr val="FFFFFF"/>
      </a:lt1>
      <a:dk2>
        <a:srgbClr val="333399"/>
      </a:dk2>
      <a:lt2>
        <a:srgbClr val="1C1C1C"/>
      </a:lt2>
      <a:accent1>
        <a:srgbClr val="00E4A8"/>
      </a:accent1>
      <a:accent2>
        <a:srgbClr val="FFCF01"/>
      </a:accent2>
      <a:accent3>
        <a:srgbClr val="FFFFFF"/>
      </a:accent3>
      <a:accent4>
        <a:srgbClr val="000000"/>
      </a:accent4>
      <a:accent5>
        <a:srgbClr val="AAEFD1"/>
      </a:accent5>
      <a:accent6>
        <a:srgbClr val="E7BB01"/>
      </a:accent6>
      <a:hlink>
        <a:srgbClr val="FF0000"/>
      </a:hlink>
      <a:folHlink>
        <a:srgbClr val="3333CC"/>
      </a:folHlink>
    </a:clrScheme>
    <a:fontScheme name="Blends">
      <a:majorFont>
        <a:latin typeface="Tahoma"/>
        <a:ea typeface=""/>
        <a:cs typeface=""/>
      </a:majorFont>
      <a:minorFont>
        <a:latin typeface="Tahoma"/>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12700" cap="sq" cmpd="sng" algn="ctr">
          <a:solidFill>
            <a:schemeClr val="tx1"/>
          </a:solidFill>
          <a:prstDash val="solid"/>
          <a:round/>
          <a:headEnd type="none" w="sm" len="sm"/>
          <a:tailEnd type="none" w="sm" len="sm"/>
        </a:ln>
        <a:effectLst/>
      </a:spPr>
      <a:bodyPr vert="horz" wrap="non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800" b="0" i="0" u="none" strike="noStrike" cap="none" normalizeH="0" baseline="0" smtClean="0">
            <a:ln>
              <a:noFill/>
            </a:ln>
            <a:solidFill>
              <a:schemeClr val="tx1"/>
            </a:solidFill>
            <a:effectLst/>
            <a:latin typeface="Tahoma" pitchFamily="34" charset="0"/>
          </a:defRPr>
        </a:defPPr>
      </a:lstStyle>
    </a:spDef>
    <a:lnDef>
      <a:spPr bwMode="auto">
        <a:xfrm>
          <a:off x="0" y="0"/>
          <a:ext cx="1" cy="1"/>
        </a:xfrm>
        <a:custGeom>
          <a:avLst/>
          <a:gdLst/>
          <a:ahLst/>
          <a:cxnLst/>
          <a:rect l="0" t="0" r="0" b="0"/>
          <a:pathLst/>
        </a:custGeom>
        <a:solidFill>
          <a:schemeClr val="accent1"/>
        </a:solidFill>
        <a:ln w="12700" cap="sq" cmpd="sng" algn="ctr">
          <a:solidFill>
            <a:schemeClr val="tx1"/>
          </a:solidFill>
          <a:prstDash val="solid"/>
          <a:round/>
          <a:headEnd type="none" w="sm" len="sm"/>
          <a:tailEnd type="none" w="sm" len="sm"/>
        </a:ln>
        <a:effectLst/>
      </a:spPr>
      <a:bodyPr vert="horz" wrap="non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800" b="0" i="0" u="none" strike="noStrike" cap="none" normalizeH="0" baseline="0" smtClean="0">
            <a:ln>
              <a:noFill/>
            </a:ln>
            <a:solidFill>
              <a:schemeClr val="tx1"/>
            </a:solidFill>
            <a:effectLst/>
            <a:latin typeface="Tahoma" pitchFamily="34" charset="0"/>
          </a:defRPr>
        </a:defPPr>
      </a:lstStyle>
    </a:lnDef>
  </a:objectDefaults>
  <a:extraClrSchemeLst>
    <a:extraClrScheme>
      <a:clrScheme name="Blends 1">
        <a:dk1>
          <a:srgbClr val="969696"/>
        </a:dk1>
        <a:lt1>
          <a:srgbClr val="FFFFFF"/>
        </a:lt1>
        <a:dk2>
          <a:srgbClr val="000000"/>
        </a:dk2>
        <a:lt2>
          <a:srgbClr val="DDDDDD"/>
        </a:lt2>
        <a:accent1>
          <a:srgbClr val="00E4A8"/>
        </a:accent1>
        <a:accent2>
          <a:srgbClr val="3333CC"/>
        </a:accent2>
        <a:accent3>
          <a:srgbClr val="AAAAAA"/>
        </a:accent3>
        <a:accent4>
          <a:srgbClr val="DADADA"/>
        </a:accent4>
        <a:accent5>
          <a:srgbClr val="AAEFD1"/>
        </a:accent5>
        <a:accent6>
          <a:srgbClr val="2D2DB9"/>
        </a:accent6>
        <a:hlink>
          <a:srgbClr val="FF5050"/>
        </a:hlink>
        <a:folHlink>
          <a:srgbClr val="FFCF01"/>
        </a:folHlink>
      </a:clrScheme>
      <a:clrMap bg1="dk2" tx1="lt1" bg2="dk1" tx2="lt2" accent1="accent1" accent2="accent2" accent3="accent3" accent4="accent4" accent5="accent5" accent6="accent6" hlink="hlink" folHlink="folHlink"/>
    </a:extraClrScheme>
    <a:extraClrScheme>
      <a:clrScheme name="Blends 2">
        <a:dk1>
          <a:srgbClr val="000094"/>
        </a:dk1>
        <a:lt1>
          <a:srgbClr val="FFFFFF"/>
        </a:lt1>
        <a:dk2>
          <a:srgbClr val="0000CC"/>
        </a:dk2>
        <a:lt2>
          <a:srgbClr val="FFFFCC"/>
        </a:lt2>
        <a:accent1>
          <a:srgbClr val="3193FF"/>
        </a:accent1>
        <a:accent2>
          <a:srgbClr val="9900FF"/>
        </a:accent2>
        <a:accent3>
          <a:srgbClr val="AAAAE2"/>
        </a:accent3>
        <a:accent4>
          <a:srgbClr val="DADADA"/>
        </a:accent4>
        <a:accent5>
          <a:srgbClr val="ADC8FF"/>
        </a:accent5>
        <a:accent6>
          <a:srgbClr val="8A00E7"/>
        </a:accent6>
        <a:hlink>
          <a:srgbClr val="FF3399"/>
        </a:hlink>
        <a:folHlink>
          <a:srgbClr val="FFCC00"/>
        </a:folHlink>
      </a:clrScheme>
      <a:clrMap bg1="dk2" tx1="lt1" bg2="dk1" tx2="lt2" accent1="accent1" accent2="accent2" accent3="accent3" accent4="accent4" accent5="accent5" accent6="accent6" hlink="hlink" folHlink="folHlink"/>
    </a:extraClrScheme>
    <a:extraClrScheme>
      <a:clrScheme name="Blends 3">
        <a:dk1>
          <a:srgbClr val="000000"/>
        </a:dk1>
        <a:lt1>
          <a:srgbClr val="FFFFFF"/>
        </a:lt1>
        <a:dk2>
          <a:srgbClr val="333399"/>
        </a:dk2>
        <a:lt2>
          <a:srgbClr val="1C1C1C"/>
        </a:lt2>
        <a:accent1>
          <a:srgbClr val="00E4A8"/>
        </a:accent1>
        <a:accent2>
          <a:srgbClr val="FFCF01"/>
        </a:accent2>
        <a:accent3>
          <a:srgbClr val="FFFFFF"/>
        </a:accent3>
        <a:accent4>
          <a:srgbClr val="000000"/>
        </a:accent4>
        <a:accent5>
          <a:srgbClr val="AAEFD1"/>
        </a:accent5>
        <a:accent6>
          <a:srgbClr val="E7BB01"/>
        </a:accent6>
        <a:hlink>
          <a:srgbClr val="FF0000"/>
        </a:hlink>
        <a:folHlink>
          <a:srgbClr val="3333CC"/>
        </a:folHlink>
      </a:clrScheme>
      <a:clrMap bg1="lt1" tx1="dk1" bg2="lt2" tx2="dk2" accent1="accent1" accent2="accent2" accent3="accent3" accent4="accent4" accent5="accent5" accent6="accent6" hlink="hlink" folHlink="folHlink"/>
    </a:extraClrScheme>
    <a:extraClrScheme>
      <a:clrScheme name="Blends 4">
        <a:dk1>
          <a:srgbClr val="000000"/>
        </a:dk1>
        <a:lt1>
          <a:srgbClr val="FFFFFF"/>
        </a:lt1>
        <a:dk2>
          <a:srgbClr val="515F7B"/>
        </a:dk2>
        <a:lt2>
          <a:srgbClr val="808080"/>
        </a:lt2>
        <a:accent1>
          <a:srgbClr val="9FCAD3"/>
        </a:accent1>
        <a:accent2>
          <a:srgbClr val="C0C0C0"/>
        </a:accent2>
        <a:accent3>
          <a:srgbClr val="FFFFFF"/>
        </a:accent3>
        <a:accent4>
          <a:srgbClr val="000000"/>
        </a:accent4>
        <a:accent5>
          <a:srgbClr val="CDE1E6"/>
        </a:accent5>
        <a:accent6>
          <a:srgbClr val="AEAEAE"/>
        </a:accent6>
        <a:hlink>
          <a:srgbClr val="91AFBF"/>
        </a:hlink>
        <a:folHlink>
          <a:srgbClr val="ECEAAC"/>
        </a:folHlink>
      </a:clrScheme>
      <a:clrMap bg1="lt1" tx1="dk1" bg2="lt2" tx2="dk2" accent1="accent1" accent2="accent2" accent3="accent3" accent4="accent4" accent5="accent5" accent6="accent6" hlink="hlink" folHlink="folHlink"/>
    </a:extraClrScheme>
    <a:extraClrScheme>
      <a:clrScheme name="Blends 5">
        <a:dk1>
          <a:srgbClr val="000000"/>
        </a:dk1>
        <a:lt1>
          <a:srgbClr val="FFFFFF"/>
        </a:lt1>
        <a:dk2>
          <a:srgbClr val="000066"/>
        </a:dk2>
        <a:lt2>
          <a:srgbClr val="333333"/>
        </a:lt2>
        <a:accent1>
          <a:srgbClr val="C4709A"/>
        </a:accent1>
        <a:accent2>
          <a:srgbClr val="4B4EB5"/>
        </a:accent2>
        <a:accent3>
          <a:srgbClr val="FFFFFF"/>
        </a:accent3>
        <a:accent4>
          <a:srgbClr val="000000"/>
        </a:accent4>
        <a:accent5>
          <a:srgbClr val="DEBBCA"/>
        </a:accent5>
        <a:accent6>
          <a:srgbClr val="4346A4"/>
        </a:accent6>
        <a:hlink>
          <a:srgbClr val="C481CF"/>
        </a:hlink>
        <a:folHlink>
          <a:srgbClr val="76B749"/>
        </a:folHlink>
      </a:clrScheme>
      <a:clrMap bg1="lt1" tx1="dk1" bg2="lt2" tx2="dk2" accent1="accent1" accent2="accent2" accent3="accent3" accent4="accent4" accent5="accent5" accent6="accent6" hlink="hlink" folHlink="folHlink"/>
    </a:extraClrScheme>
    <a:extraClrScheme>
      <a:clrScheme name="Blends 6">
        <a:dk1>
          <a:srgbClr val="000000"/>
        </a:dk1>
        <a:lt1>
          <a:srgbClr val="FFFFFF"/>
        </a:lt1>
        <a:dk2>
          <a:srgbClr val="6A4076"/>
        </a:dk2>
        <a:lt2>
          <a:srgbClr val="969696"/>
        </a:lt2>
        <a:accent1>
          <a:srgbClr val="DBA9C2"/>
        </a:accent1>
        <a:accent2>
          <a:srgbClr val="E1BF91"/>
        </a:accent2>
        <a:accent3>
          <a:srgbClr val="FFFFFF"/>
        </a:accent3>
        <a:accent4>
          <a:srgbClr val="000000"/>
        </a:accent4>
        <a:accent5>
          <a:srgbClr val="EAD1DD"/>
        </a:accent5>
        <a:accent6>
          <a:srgbClr val="CCAD83"/>
        </a:accent6>
        <a:hlink>
          <a:srgbClr val="B3CE82"/>
        </a:hlink>
        <a:folHlink>
          <a:srgbClr val="B8AD48"/>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Composite</Template>
  <TotalTime>30211</TotalTime>
  <Words>4646</Words>
  <Application>Microsoft Office PowerPoint</Application>
  <PresentationFormat>On-screen Show (4:3)</PresentationFormat>
  <Paragraphs>620</Paragraphs>
  <Slides>43</Slides>
  <Notes>4</Notes>
  <HiddenSlides>0</HiddenSlides>
  <MMClips>0</MMClips>
  <ScaleCrop>false</ScaleCrop>
  <HeadingPairs>
    <vt:vector size="8" baseType="variant">
      <vt:variant>
        <vt:lpstr>Fonts Used</vt:lpstr>
      </vt:variant>
      <vt:variant>
        <vt:i4>8</vt:i4>
      </vt:variant>
      <vt:variant>
        <vt:lpstr>Theme</vt:lpstr>
      </vt:variant>
      <vt:variant>
        <vt:i4>1</vt:i4>
      </vt:variant>
      <vt:variant>
        <vt:lpstr>Embedded OLE Servers</vt:lpstr>
      </vt:variant>
      <vt:variant>
        <vt:i4>1</vt:i4>
      </vt:variant>
      <vt:variant>
        <vt:lpstr>Slide Titles</vt:lpstr>
      </vt:variant>
      <vt:variant>
        <vt:i4>43</vt:i4>
      </vt:variant>
    </vt:vector>
  </HeadingPairs>
  <TitlesOfParts>
    <vt:vector size="53" baseType="lpstr">
      <vt:lpstr>Book Antiqua</vt:lpstr>
      <vt:lpstr>Courier New</vt:lpstr>
      <vt:lpstr>Forte</vt:lpstr>
      <vt:lpstr>Monotype Sorts</vt:lpstr>
      <vt:lpstr>Tahoma</vt:lpstr>
      <vt:lpstr>Times New Roman</vt:lpstr>
      <vt:lpstr>Tw Cen MT Condensed Extra Bold</vt:lpstr>
      <vt:lpstr>Wingdings</vt:lpstr>
      <vt:lpstr>Blends</vt:lpstr>
      <vt:lpstr>Picture</vt:lpstr>
      <vt:lpstr>PowerPoint Presentation</vt:lpstr>
      <vt:lpstr>Motivations</vt:lpstr>
      <vt:lpstr>Objectives</vt:lpstr>
      <vt:lpstr>Procedural vs. Event-Driven Programming</vt:lpstr>
      <vt:lpstr>Taste of Event-Driven Programming</vt:lpstr>
      <vt:lpstr>PowerPoint Presentation</vt:lpstr>
      <vt:lpstr>Handling GUI Events</vt:lpstr>
      <vt:lpstr>Trace Execution</vt:lpstr>
      <vt:lpstr>Trace Execution</vt:lpstr>
      <vt:lpstr>Trace Execution</vt:lpstr>
      <vt:lpstr>Events</vt:lpstr>
      <vt:lpstr>Event Classes</vt:lpstr>
      <vt:lpstr>Event Information</vt:lpstr>
      <vt:lpstr>Selected User Actions and Handlers</vt:lpstr>
      <vt:lpstr>The Delegation Model</vt:lpstr>
      <vt:lpstr>The Delegation Model: Example</vt:lpstr>
      <vt:lpstr>Example: First Version for ControlCircle (no listeners)</vt:lpstr>
      <vt:lpstr>PowerPoint Presentation</vt:lpstr>
      <vt:lpstr>Example: Second Version for ControlCircle (with listener for Enlarge)</vt:lpstr>
      <vt:lpstr>PowerPoint Presentation</vt:lpstr>
      <vt:lpstr>Inner Class Listeners</vt:lpstr>
      <vt:lpstr>Inner Classes</vt:lpstr>
      <vt:lpstr>PowerPoint Presentation</vt:lpstr>
      <vt:lpstr>Inner Classes, cont.</vt:lpstr>
      <vt:lpstr>Inner Classes (cont.)</vt:lpstr>
      <vt:lpstr>Inner Classes (cont.)</vt:lpstr>
      <vt:lpstr>Anonymous Inner Classes</vt:lpstr>
      <vt:lpstr>Anonymous Inner Classes (cont.)</vt:lpstr>
      <vt:lpstr>Anonymous Inner Classes (cont.)</vt:lpstr>
      <vt:lpstr>PowerPoint Presentation</vt:lpstr>
      <vt:lpstr>Simplifying Event Handing Using Lambda Expressions</vt:lpstr>
      <vt:lpstr>Basic Syntax for a Lambda Expression</vt:lpstr>
      <vt:lpstr>Single Abstract Method Interface (SAM)</vt:lpstr>
      <vt:lpstr>PowerPoint Presentation</vt:lpstr>
      <vt:lpstr>PowerPoint Presentation</vt:lpstr>
      <vt:lpstr>PowerPoint Presentation</vt:lpstr>
      <vt:lpstr>The KeyEvent Class</vt:lpstr>
      <vt:lpstr>PowerPoint Presentation</vt:lpstr>
      <vt:lpstr>The KeyCode Constants</vt:lpstr>
      <vt:lpstr>Example: Control Circle with Mouse and Key</vt:lpstr>
      <vt:lpstr>PowerPoint Presentation</vt:lpstr>
      <vt:lpstr>Summary</vt:lpstr>
      <vt:lpstr>End of Chapter 2</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10 Getting Started with Graphics Programming</dc:title>
  <dc:creator>Y. Daniel Liang</dc:creator>
  <cp:lastModifiedBy>KHAIRUL AZHAR BIN KASMIRAN</cp:lastModifiedBy>
  <cp:revision>426</cp:revision>
  <cp:lastPrinted>1998-04-22T12:52:01Z</cp:lastPrinted>
  <dcterms:created xsi:type="dcterms:W3CDTF">1995-06-10T17:31:50Z</dcterms:created>
  <dcterms:modified xsi:type="dcterms:W3CDTF">2025-10-21T01:09:52Z</dcterms:modified>
</cp:coreProperties>
</file>